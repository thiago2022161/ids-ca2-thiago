
<file path=[Content_Types].xml><?xml version="1.0" encoding="utf-8"?>
<Types xmlns="http://schemas.openxmlformats.org/package/2006/content-types">
  <Default Extension="bin" ContentType="application/vnd.openxmlformats-officedocument.oleObject"/>
  <Default Extension="jpeg" ContentType="image/jpeg"/>
  <Default Extension="jp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slideLayouts/slideLayout3.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0" r:id="rId1"/>
    <p:sldMasterId id="2147483657" r:id="rId2"/>
    <p:sldMasterId id="2147483653" r:id="rId3"/>
  </p:sldMasterIdLst>
  <p:notesMasterIdLst>
    <p:notesMasterId r:id="rId5"/>
  </p:notesMasterIdLst>
  <p:handoutMasterIdLst>
    <p:handoutMasterId r:id="rId6"/>
  </p:handoutMasterIdLst>
  <p:sldIdLst>
    <p:sldId id="258" r:id="rId4"/>
  </p:sldIdLst>
  <p:sldSz cx="43891200" cy="32918400"/>
  <p:notesSz cx="6858000" cy="9144000"/>
  <p:defaultTextStyle>
    <a:defPPr>
      <a:defRPr lang="en-US"/>
    </a:defPPr>
    <a:lvl1pPr marL="0" algn="l" defTabSz="4388900" rtl="0" eaLnBrk="1" latinLnBrk="0" hangingPunct="1">
      <a:defRPr sz="8600" kern="1200">
        <a:solidFill>
          <a:schemeClr val="tx1"/>
        </a:solidFill>
        <a:latin typeface="+mn-lt"/>
        <a:ea typeface="+mn-ea"/>
        <a:cs typeface="+mn-cs"/>
      </a:defRPr>
    </a:lvl1pPr>
    <a:lvl2pPr marL="2194451" algn="l" defTabSz="4388900" rtl="0" eaLnBrk="1" latinLnBrk="0" hangingPunct="1">
      <a:defRPr sz="8600" kern="1200">
        <a:solidFill>
          <a:schemeClr val="tx1"/>
        </a:solidFill>
        <a:latin typeface="+mn-lt"/>
        <a:ea typeface="+mn-ea"/>
        <a:cs typeface="+mn-cs"/>
      </a:defRPr>
    </a:lvl2pPr>
    <a:lvl3pPr marL="4388900" algn="l" defTabSz="4388900" rtl="0" eaLnBrk="1" latinLnBrk="0" hangingPunct="1">
      <a:defRPr sz="8600" kern="1200">
        <a:solidFill>
          <a:schemeClr val="tx1"/>
        </a:solidFill>
        <a:latin typeface="+mn-lt"/>
        <a:ea typeface="+mn-ea"/>
        <a:cs typeface="+mn-cs"/>
      </a:defRPr>
    </a:lvl3pPr>
    <a:lvl4pPr marL="6583351" algn="l" defTabSz="4388900" rtl="0" eaLnBrk="1" latinLnBrk="0" hangingPunct="1">
      <a:defRPr sz="8600" kern="1200">
        <a:solidFill>
          <a:schemeClr val="tx1"/>
        </a:solidFill>
        <a:latin typeface="+mn-lt"/>
        <a:ea typeface="+mn-ea"/>
        <a:cs typeface="+mn-cs"/>
      </a:defRPr>
    </a:lvl4pPr>
    <a:lvl5pPr marL="8777801" algn="l" defTabSz="4388900" rtl="0" eaLnBrk="1" latinLnBrk="0" hangingPunct="1">
      <a:defRPr sz="8600" kern="1200">
        <a:solidFill>
          <a:schemeClr val="tx1"/>
        </a:solidFill>
        <a:latin typeface="+mn-lt"/>
        <a:ea typeface="+mn-ea"/>
        <a:cs typeface="+mn-cs"/>
      </a:defRPr>
    </a:lvl5pPr>
    <a:lvl6pPr marL="10972252" algn="l" defTabSz="4388900" rtl="0" eaLnBrk="1" latinLnBrk="0" hangingPunct="1">
      <a:defRPr sz="8600" kern="1200">
        <a:solidFill>
          <a:schemeClr val="tx1"/>
        </a:solidFill>
        <a:latin typeface="+mn-lt"/>
        <a:ea typeface="+mn-ea"/>
        <a:cs typeface="+mn-cs"/>
      </a:defRPr>
    </a:lvl6pPr>
    <a:lvl7pPr marL="13166703" algn="l" defTabSz="4388900" rtl="0" eaLnBrk="1" latinLnBrk="0" hangingPunct="1">
      <a:defRPr sz="8600" kern="1200">
        <a:solidFill>
          <a:schemeClr val="tx1"/>
        </a:solidFill>
        <a:latin typeface="+mn-lt"/>
        <a:ea typeface="+mn-ea"/>
        <a:cs typeface="+mn-cs"/>
      </a:defRPr>
    </a:lvl7pPr>
    <a:lvl8pPr marL="15361152" algn="l" defTabSz="4388900" rtl="0" eaLnBrk="1" latinLnBrk="0" hangingPunct="1">
      <a:defRPr sz="8600" kern="1200">
        <a:solidFill>
          <a:schemeClr val="tx1"/>
        </a:solidFill>
        <a:latin typeface="+mn-lt"/>
        <a:ea typeface="+mn-ea"/>
        <a:cs typeface="+mn-cs"/>
      </a:defRPr>
    </a:lvl8pPr>
    <a:lvl9pPr marL="17555603" algn="l" defTabSz="4388900" rtl="0" eaLnBrk="1" latinLnBrk="0" hangingPunct="1">
      <a:defRPr sz="86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318">
          <p15:clr>
            <a:srgbClr val="A4A3A4"/>
          </p15:clr>
        </p15:guide>
        <p15:guide id="2" orient="horz" pos="288">
          <p15:clr>
            <a:srgbClr val="A4A3A4"/>
          </p15:clr>
        </p15:guide>
        <p15:guide id="3" orient="horz" pos="20160">
          <p15:clr>
            <a:srgbClr val="A4A3A4"/>
          </p15:clr>
        </p15:guide>
        <p15:guide id="4" orient="horz">
          <p15:clr>
            <a:srgbClr val="A4A3A4"/>
          </p15:clr>
        </p15:guide>
        <p15:guide id="5" pos="581">
          <p15:clr>
            <a:srgbClr val="A4A3A4"/>
          </p15:clr>
        </p15:guide>
        <p15:guide id="6" pos="27069">
          <p15:clr>
            <a:srgbClr val="A4A3A4"/>
          </p15:clr>
        </p15:guide>
        <p15:guide id="7" orient="horz" pos="3298">
          <p15:clr>
            <a:srgbClr val="A4A3A4"/>
          </p15:clr>
        </p15:guide>
        <p15:guide id="8" orient="horz" pos="20735">
          <p15:clr>
            <a:srgbClr val="A4A3A4"/>
          </p15:clr>
        </p15:guide>
        <p15:guide id="9" pos="320">
          <p15:clr>
            <a:srgbClr val="A4A3A4"/>
          </p15:clr>
        </p15:guide>
        <p15:guide id="10" pos="27647">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A.KOTOULAS" initials="AK" lastIdx="2" clrIdx="0"/>
  <p:cmAuthor id="1" name="A.KOTOULAS" initials="HELP" lastIdx="1" clrIdx="1"/>
  <p:cmAuthor id="2" name="A.KOTOULAS" initials="HELP - " lastIdx="1" clrIdx="2"/>
  <p:cmAuthor id="3" name="PosterPresentations.com - 510.649.3001" initials="HELP - " lastIdx="1" clrIdx="3"/>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3F5FA"/>
    <a:srgbClr val="CDD2DE"/>
    <a:srgbClr val="E3E9E5"/>
    <a:srgbClr val="EAEAEA"/>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ADB924E-6AE5-4C8B-92A2-E13E5F2C0196}" v="27" dt="2026-05-27T19:51:35.042"/>
    <p1510:client id="{D6BF3BDA-612A-C84B-B48F-C5B667FBC9FE}" v="1" dt="2026-05-27T19:54:02.03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944" autoAdjust="0"/>
    <p:restoredTop sz="94358" autoAdjust="0"/>
  </p:normalViewPr>
  <p:slideViewPr>
    <p:cSldViewPr snapToGrid="0" snapToObjects="1" showGuides="1">
      <p:cViewPr>
        <p:scale>
          <a:sx n="31" d="100"/>
          <a:sy n="31" d="100"/>
        </p:scale>
        <p:origin x="1032" y="-304"/>
      </p:cViewPr>
      <p:guideLst>
        <p:guide orient="horz" pos="3318"/>
        <p:guide orient="horz" pos="288"/>
        <p:guide orient="horz" pos="20160"/>
        <p:guide orient="horz"/>
        <p:guide pos="581"/>
        <p:guide pos="27069"/>
        <p:guide orient="horz" pos="3298"/>
        <p:guide orient="horz" pos="20735"/>
        <p:guide pos="320"/>
        <p:guide pos="27647"/>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0"/>
    </p:cViewPr>
  </p:sorterViewPr>
  <p:notesViewPr>
    <p:cSldViewPr snapToGrid="0" snapToObjects="1" showGuides="1">
      <p:cViewPr varScale="1">
        <p:scale>
          <a:sx n="56" d="100"/>
          <a:sy n="56" d="100"/>
        </p:scale>
        <p:origin x="-2886" y="-84"/>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Master" Target="slideMasters/slideMaster3.xml"/><Relationship Id="rId7" Type="http://schemas.openxmlformats.org/officeDocument/2006/relationships/commentAuthors" Target="commentAuthors.xml"/><Relationship Id="rId12" Type="http://schemas.microsoft.com/office/2015/10/relationships/revisionInfo" Target="revisionInfo.xml"/><Relationship Id="rId2" Type="http://schemas.openxmlformats.org/officeDocument/2006/relationships/slideMaster" Target="slideMasters/slideMaster2.xml"/><Relationship Id="rId1" Type="http://schemas.openxmlformats.org/officeDocument/2006/relationships/slideMaster" Target="slideMasters/slideMaster1.xml"/><Relationship Id="rId6" Type="http://schemas.openxmlformats.org/officeDocument/2006/relationships/handoutMaster" Target="handoutMasters/handoutMaster1.xml"/><Relationship Id="rId11" Type="http://schemas.openxmlformats.org/officeDocument/2006/relationships/tableStyles" Target="tableStyles.xml"/><Relationship Id="rId5" Type="http://schemas.openxmlformats.org/officeDocument/2006/relationships/notesMaster" Target="notesMasters/notesMaster1.xml"/><Relationship Id="rId10" Type="http://schemas.openxmlformats.org/officeDocument/2006/relationships/theme" Target="theme/theme1.xml"/><Relationship Id="rId4" Type="http://schemas.openxmlformats.org/officeDocument/2006/relationships/slide" Target="slides/slide1.xml"/><Relationship Id="rId9"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0158C5BC-9A70-462C-B28D-9600239EAC64}" type="datetimeFigureOut">
              <a:rPr lang="en-US" smtClean="0"/>
              <a:pPr/>
              <a:t>5/27/26</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79C131B7-05CA-4AEE-9267-6D0ED4DC84F3}" type="slidenum">
              <a:rPr lang="en-US" smtClean="0"/>
              <a:pPr/>
              <a:t>‹#›</a:t>
            </a:fld>
            <a:endParaRPr lang="en-US"/>
          </a:p>
        </p:txBody>
      </p:sp>
    </p:spTree>
    <p:extLst>
      <p:ext uri="{BB962C8B-B14F-4D97-AF65-F5344CB8AC3E}">
        <p14:creationId xmlns:p14="http://schemas.microsoft.com/office/powerpoint/2010/main" val="397406821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E6CC2317-6751-4CD4-9995-8782DD78E936}" type="datetimeFigureOut">
              <a:rPr lang="en-US" smtClean="0"/>
              <a:pPr/>
              <a:t>5/27/26</a:t>
            </a:fld>
            <a:endParaRPr lang="en-US" dirty="0"/>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26A1A87D-CAF7-4BDC-A0D3-C0DBEDE81619}" type="slidenum">
              <a:rPr lang="en-US" smtClean="0"/>
              <a:pPr/>
              <a:t>‹#›</a:t>
            </a:fld>
            <a:endParaRPr lang="en-US" dirty="0"/>
          </a:p>
        </p:txBody>
      </p:sp>
    </p:spTree>
    <p:extLst>
      <p:ext uri="{BB962C8B-B14F-4D97-AF65-F5344CB8AC3E}">
        <p14:creationId xmlns:p14="http://schemas.microsoft.com/office/powerpoint/2010/main" val="2414637987"/>
      </p:ext>
    </p:extLst>
  </p:cSld>
  <p:clrMap bg1="lt1" tx1="dk1" bg2="lt2" tx2="dk2" accent1="accent1" accent2="accent2" accent3="accent3" accent4="accent4" accent5="accent5" accent6="accent6" hlink="hlink" folHlink="folHlink"/>
  <p:notesStyle>
    <a:lvl1pPr marL="0" algn="l" defTabSz="4388900" rtl="0" eaLnBrk="1" latinLnBrk="0" hangingPunct="1">
      <a:defRPr sz="5800" kern="1200">
        <a:solidFill>
          <a:schemeClr val="tx1"/>
        </a:solidFill>
        <a:latin typeface="+mn-lt"/>
        <a:ea typeface="+mn-ea"/>
        <a:cs typeface="+mn-cs"/>
      </a:defRPr>
    </a:lvl1pPr>
    <a:lvl2pPr marL="2194451" algn="l" defTabSz="4388900" rtl="0" eaLnBrk="1" latinLnBrk="0" hangingPunct="1">
      <a:defRPr sz="5800" kern="1200">
        <a:solidFill>
          <a:schemeClr val="tx1"/>
        </a:solidFill>
        <a:latin typeface="+mn-lt"/>
        <a:ea typeface="+mn-ea"/>
        <a:cs typeface="+mn-cs"/>
      </a:defRPr>
    </a:lvl2pPr>
    <a:lvl3pPr marL="4388900" algn="l" defTabSz="4388900" rtl="0" eaLnBrk="1" latinLnBrk="0" hangingPunct="1">
      <a:defRPr sz="5800" kern="1200">
        <a:solidFill>
          <a:schemeClr val="tx1"/>
        </a:solidFill>
        <a:latin typeface="+mn-lt"/>
        <a:ea typeface="+mn-ea"/>
        <a:cs typeface="+mn-cs"/>
      </a:defRPr>
    </a:lvl3pPr>
    <a:lvl4pPr marL="6583351" algn="l" defTabSz="4388900" rtl="0" eaLnBrk="1" latinLnBrk="0" hangingPunct="1">
      <a:defRPr sz="5800" kern="1200">
        <a:solidFill>
          <a:schemeClr val="tx1"/>
        </a:solidFill>
        <a:latin typeface="+mn-lt"/>
        <a:ea typeface="+mn-ea"/>
        <a:cs typeface="+mn-cs"/>
      </a:defRPr>
    </a:lvl4pPr>
    <a:lvl5pPr marL="8777801" algn="l" defTabSz="4388900" rtl="0" eaLnBrk="1" latinLnBrk="0" hangingPunct="1">
      <a:defRPr sz="5800" kern="1200">
        <a:solidFill>
          <a:schemeClr val="tx1"/>
        </a:solidFill>
        <a:latin typeface="+mn-lt"/>
        <a:ea typeface="+mn-ea"/>
        <a:cs typeface="+mn-cs"/>
      </a:defRPr>
    </a:lvl5pPr>
    <a:lvl6pPr marL="10972252" algn="l" defTabSz="4388900" rtl="0" eaLnBrk="1" latinLnBrk="0" hangingPunct="1">
      <a:defRPr sz="5800" kern="1200">
        <a:solidFill>
          <a:schemeClr val="tx1"/>
        </a:solidFill>
        <a:latin typeface="+mn-lt"/>
        <a:ea typeface="+mn-ea"/>
        <a:cs typeface="+mn-cs"/>
      </a:defRPr>
    </a:lvl6pPr>
    <a:lvl7pPr marL="13166703" algn="l" defTabSz="4388900" rtl="0" eaLnBrk="1" latinLnBrk="0" hangingPunct="1">
      <a:defRPr sz="5800" kern="1200">
        <a:solidFill>
          <a:schemeClr val="tx1"/>
        </a:solidFill>
        <a:latin typeface="+mn-lt"/>
        <a:ea typeface="+mn-ea"/>
        <a:cs typeface="+mn-cs"/>
      </a:defRPr>
    </a:lvl7pPr>
    <a:lvl8pPr marL="15361152" algn="l" defTabSz="4388900" rtl="0" eaLnBrk="1" latinLnBrk="0" hangingPunct="1">
      <a:defRPr sz="5800" kern="1200">
        <a:solidFill>
          <a:schemeClr val="tx1"/>
        </a:solidFill>
        <a:latin typeface="+mn-lt"/>
        <a:ea typeface="+mn-ea"/>
        <a:cs typeface="+mn-cs"/>
      </a:defRPr>
    </a:lvl8pPr>
    <a:lvl9pPr marL="17555603" algn="l" defTabSz="4388900" rtl="0" eaLnBrk="1" latinLnBrk="0" hangingPunct="1">
      <a:defRPr sz="58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E"/>
          </a:p>
        </p:txBody>
      </p:sp>
      <p:sp>
        <p:nvSpPr>
          <p:cNvPr id="3" name="Notes Placeholder 2"/>
          <p:cNvSpPr>
            <a:spLocks noGrp="1"/>
          </p:cNvSpPr>
          <p:nvPr>
            <p:ph type="body" idx="1"/>
          </p:nvPr>
        </p:nvSpPr>
        <p:spPr/>
        <p:txBody>
          <a:bodyPr/>
          <a:lstStyle/>
          <a:p>
            <a:endParaRPr lang="en-IE" dirty="0"/>
          </a:p>
        </p:txBody>
      </p:sp>
      <p:sp>
        <p:nvSpPr>
          <p:cNvPr id="4" name="Slide Number Placeholder 3"/>
          <p:cNvSpPr>
            <a:spLocks noGrp="1"/>
          </p:cNvSpPr>
          <p:nvPr>
            <p:ph type="sldNum" sz="quarter" idx="5"/>
          </p:nvPr>
        </p:nvSpPr>
        <p:spPr/>
        <p:txBody>
          <a:bodyPr/>
          <a:lstStyle/>
          <a:p>
            <a:fld id="{26A1A87D-CAF7-4BDC-A0D3-C0DBEDE81619}" type="slidenum">
              <a:rPr lang="en-US" smtClean="0"/>
              <a:pPr/>
              <a:t>1</a:t>
            </a:fld>
            <a:endParaRPr lang="en-US" dirty="0"/>
          </a:p>
        </p:txBody>
      </p:sp>
    </p:spTree>
    <p:extLst>
      <p:ext uri="{BB962C8B-B14F-4D97-AF65-F5344CB8AC3E}">
        <p14:creationId xmlns:p14="http://schemas.microsoft.com/office/powerpoint/2010/main" val="17626444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Standard 4 columns">
    <p:spTree>
      <p:nvGrpSpPr>
        <p:cNvPr id="1" name=""/>
        <p:cNvGrpSpPr/>
        <p:nvPr/>
      </p:nvGrpSpPr>
      <p:grpSpPr>
        <a:xfrm>
          <a:off x="0" y="0"/>
          <a:ext cx="0" cy="0"/>
          <a:chOff x="0" y="0"/>
          <a:chExt cx="0" cy="0"/>
        </a:xfrm>
      </p:grpSpPr>
      <p:sp>
        <p:nvSpPr>
          <p:cNvPr id="4" name="Text Placeholder 3"/>
          <p:cNvSpPr>
            <a:spLocks noGrp="1"/>
          </p:cNvSpPr>
          <p:nvPr>
            <p:ph type="body" sz="quarter" idx="10" hasCustomPrompt="1"/>
          </p:nvPr>
        </p:nvSpPr>
        <p:spPr>
          <a:xfrm>
            <a:off x="491425" y="6378481"/>
            <a:ext cx="10056813" cy="846363"/>
          </a:xfrm>
          <a:prstGeom prst="rect">
            <a:avLst/>
          </a:prstGeom>
        </p:spPr>
        <p:txBody>
          <a:bodyPr wrap="square" lIns="228589" tIns="228589" rIns="228589" bIns="228589">
            <a:spAutoFit/>
          </a:bodyPr>
          <a:lstStyle>
            <a:lvl1pPr marL="0" indent="0">
              <a:buNone/>
              <a:defRPr sz="25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6" name="Text Placeholder 5"/>
          <p:cNvSpPr>
            <a:spLocks noGrp="1"/>
          </p:cNvSpPr>
          <p:nvPr>
            <p:ph type="body" sz="quarter" idx="11" hasCustomPrompt="1"/>
          </p:nvPr>
        </p:nvSpPr>
        <p:spPr>
          <a:xfrm>
            <a:off x="509578" y="5548749"/>
            <a:ext cx="10048875" cy="754045"/>
          </a:xfrm>
          <a:prstGeom prst="rect">
            <a:avLst/>
          </a:prstGeom>
          <a:noFill/>
        </p:spPr>
        <p:txBody>
          <a:bodyPr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edit) INTRODUCTION or ABSTRACT</a:t>
            </a:r>
          </a:p>
        </p:txBody>
      </p:sp>
      <p:sp>
        <p:nvSpPr>
          <p:cNvPr id="20" name="Text Placeholder 5"/>
          <p:cNvSpPr>
            <a:spLocks noGrp="1"/>
          </p:cNvSpPr>
          <p:nvPr>
            <p:ph type="body" sz="quarter" idx="20" hasCustomPrompt="1"/>
          </p:nvPr>
        </p:nvSpPr>
        <p:spPr>
          <a:xfrm>
            <a:off x="509576" y="14212513"/>
            <a:ext cx="10050462"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edit)  OBJECTIVES</a:t>
            </a:r>
          </a:p>
        </p:txBody>
      </p:sp>
      <p:sp>
        <p:nvSpPr>
          <p:cNvPr id="21" name="Text Placeholder 3"/>
          <p:cNvSpPr>
            <a:spLocks noGrp="1"/>
          </p:cNvSpPr>
          <p:nvPr>
            <p:ph type="body" sz="quarter" idx="21" hasCustomPrompt="1"/>
          </p:nvPr>
        </p:nvSpPr>
        <p:spPr>
          <a:xfrm>
            <a:off x="11460161" y="6378481"/>
            <a:ext cx="10048874" cy="846363"/>
          </a:xfrm>
          <a:prstGeom prst="rect">
            <a:avLst/>
          </a:prstGeom>
        </p:spPr>
        <p:txBody>
          <a:bodyPr wrap="square" lIns="228589" tIns="228589" rIns="228589" bIns="228589">
            <a:spAutoFit/>
          </a:bodyPr>
          <a:lstStyle>
            <a:lvl1pPr marL="0" indent="0">
              <a:buNone/>
              <a:defRPr sz="25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22" name="Text Placeholder 5"/>
          <p:cNvSpPr>
            <a:spLocks noGrp="1"/>
          </p:cNvSpPr>
          <p:nvPr>
            <p:ph type="body" sz="quarter" idx="22" hasCustomPrompt="1"/>
          </p:nvPr>
        </p:nvSpPr>
        <p:spPr>
          <a:xfrm>
            <a:off x="11460162" y="5548749"/>
            <a:ext cx="10048875" cy="754045"/>
          </a:xfrm>
          <a:prstGeom prst="rect">
            <a:avLst/>
          </a:prstGeom>
          <a:noFill/>
        </p:spPr>
        <p:txBody>
          <a:bodyPr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edit)  MATERIALS &amp; METHODS</a:t>
            </a:r>
          </a:p>
        </p:txBody>
      </p:sp>
      <p:sp>
        <p:nvSpPr>
          <p:cNvPr id="23" name="Text Placeholder 3"/>
          <p:cNvSpPr>
            <a:spLocks noGrp="1"/>
          </p:cNvSpPr>
          <p:nvPr>
            <p:ph type="body" sz="quarter" idx="23" hasCustomPrompt="1"/>
          </p:nvPr>
        </p:nvSpPr>
        <p:spPr>
          <a:xfrm>
            <a:off x="22385343" y="6378481"/>
            <a:ext cx="10048874" cy="846363"/>
          </a:xfrm>
          <a:prstGeom prst="rect">
            <a:avLst/>
          </a:prstGeom>
        </p:spPr>
        <p:txBody>
          <a:bodyPr wrap="square" lIns="228589" tIns="228589" rIns="228589" bIns="228589">
            <a:spAutoFit/>
          </a:bodyPr>
          <a:lstStyle>
            <a:lvl1pPr marL="0" indent="0">
              <a:buNone/>
              <a:defRPr sz="25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24" name="Text Placeholder 5"/>
          <p:cNvSpPr>
            <a:spLocks noGrp="1"/>
          </p:cNvSpPr>
          <p:nvPr>
            <p:ph type="body" sz="quarter" idx="24" hasCustomPrompt="1"/>
          </p:nvPr>
        </p:nvSpPr>
        <p:spPr>
          <a:xfrm>
            <a:off x="22377404" y="5548749"/>
            <a:ext cx="10058400" cy="754045"/>
          </a:xfrm>
          <a:prstGeom prst="rect">
            <a:avLst/>
          </a:prstGeom>
          <a:noFill/>
        </p:spPr>
        <p:txBody>
          <a:bodyPr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edit)  RESULTS</a:t>
            </a:r>
          </a:p>
        </p:txBody>
      </p:sp>
      <p:sp>
        <p:nvSpPr>
          <p:cNvPr id="25" name="Text Placeholder 5"/>
          <p:cNvSpPr>
            <a:spLocks noGrp="1"/>
          </p:cNvSpPr>
          <p:nvPr>
            <p:ph type="body" sz="quarter" idx="25" hasCustomPrompt="1"/>
          </p:nvPr>
        </p:nvSpPr>
        <p:spPr>
          <a:xfrm>
            <a:off x="33358541" y="5548749"/>
            <a:ext cx="10047018"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edit)  CONCLUSIONS</a:t>
            </a:r>
          </a:p>
        </p:txBody>
      </p:sp>
      <p:sp>
        <p:nvSpPr>
          <p:cNvPr id="26" name="Text Placeholder 3"/>
          <p:cNvSpPr>
            <a:spLocks noGrp="1"/>
          </p:cNvSpPr>
          <p:nvPr>
            <p:ph type="body" sz="quarter" idx="26" hasCustomPrompt="1"/>
          </p:nvPr>
        </p:nvSpPr>
        <p:spPr>
          <a:xfrm>
            <a:off x="33358541" y="6378481"/>
            <a:ext cx="10047018" cy="846363"/>
          </a:xfrm>
          <a:prstGeom prst="rect">
            <a:avLst/>
          </a:prstGeom>
        </p:spPr>
        <p:txBody>
          <a:bodyPr wrap="square" lIns="228589" tIns="228589" rIns="228589" bIns="228589">
            <a:spAutoFit/>
          </a:bodyPr>
          <a:lstStyle>
            <a:lvl1pPr marL="0" indent="0">
              <a:buNone/>
              <a:defRPr sz="25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27" name="Text Placeholder 5"/>
          <p:cNvSpPr>
            <a:spLocks noGrp="1"/>
          </p:cNvSpPr>
          <p:nvPr>
            <p:ph type="body" sz="quarter" idx="27" hasCustomPrompt="1"/>
          </p:nvPr>
        </p:nvSpPr>
        <p:spPr>
          <a:xfrm>
            <a:off x="33358541" y="14272738"/>
            <a:ext cx="10047018"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edit)  REFERENCES</a:t>
            </a:r>
          </a:p>
        </p:txBody>
      </p:sp>
      <p:sp>
        <p:nvSpPr>
          <p:cNvPr id="28" name="Text Placeholder 3"/>
          <p:cNvSpPr>
            <a:spLocks noGrp="1"/>
          </p:cNvSpPr>
          <p:nvPr>
            <p:ph type="body" sz="quarter" idx="28" hasCustomPrompt="1"/>
          </p:nvPr>
        </p:nvSpPr>
        <p:spPr>
          <a:xfrm>
            <a:off x="33358541" y="15011402"/>
            <a:ext cx="10052050" cy="846363"/>
          </a:xfrm>
          <a:prstGeom prst="rect">
            <a:avLst/>
          </a:prstGeom>
        </p:spPr>
        <p:txBody>
          <a:bodyPr wrap="square" lIns="228589" tIns="228589" rIns="228589" bIns="228589">
            <a:spAutoFit/>
          </a:bodyPr>
          <a:lstStyle>
            <a:lvl1pPr marL="0" indent="0">
              <a:buNone/>
              <a:defRPr sz="25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29" name="Text Placeholder 5"/>
          <p:cNvSpPr>
            <a:spLocks noGrp="1"/>
          </p:cNvSpPr>
          <p:nvPr>
            <p:ph type="body" sz="quarter" idx="29" hasCustomPrompt="1"/>
          </p:nvPr>
        </p:nvSpPr>
        <p:spPr>
          <a:xfrm>
            <a:off x="33358541" y="25679401"/>
            <a:ext cx="10047018"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edit)  ACKNOWLEDGEMENTS or  CONTACT</a:t>
            </a:r>
          </a:p>
        </p:txBody>
      </p:sp>
      <p:sp>
        <p:nvSpPr>
          <p:cNvPr id="30" name="Text Placeholder 3"/>
          <p:cNvSpPr>
            <a:spLocks noGrp="1"/>
          </p:cNvSpPr>
          <p:nvPr>
            <p:ph type="body" sz="quarter" idx="30" hasCustomPrompt="1"/>
          </p:nvPr>
        </p:nvSpPr>
        <p:spPr>
          <a:xfrm>
            <a:off x="33358541" y="26433446"/>
            <a:ext cx="10052050" cy="846363"/>
          </a:xfrm>
          <a:prstGeom prst="rect">
            <a:avLst/>
          </a:prstGeom>
        </p:spPr>
        <p:txBody>
          <a:bodyPr wrap="square" lIns="228589" tIns="228589" rIns="228589" bIns="228589">
            <a:spAutoFit/>
          </a:bodyPr>
          <a:lstStyle>
            <a:lvl1pPr marL="0" indent="0">
              <a:buNone/>
              <a:defRPr sz="25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60" name="Text Placeholder 3"/>
          <p:cNvSpPr>
            <a:spLocks noGrp="1"/>
          </p:cNvSpPr>
          <p:nvPr>
            <p:ph type="body" sz="quarter" idx="96" hasCustomPrompt="1"/>
          </p:nvPr>
        </p:nvSpPr>
        <p:spPr>
          <a:xfrm>
            <a:off x="491425" y="14951552"/>
            <a:ext cx="10056813" cy="846363"/>
          </a:xfrm>
          <a:prstGeom prst="rect">
            <a:avLst/>
          </a:prstGeom>
        </p:spPr>
        <p:txBody>
          <a:bodyPr wrap="square" lIns="228589" tIns="228589" rIns="228589" bIns="228589">
            <a:spAutoFit/>
          </a:bodyPr>
          <a:lstStyle>
            <a:lvl1pPr marL="0" indent="0">
              <a:buNone/>
              <a:defRPr sz="25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77" name="Text Placeholder 76"/>
          <p:cNvSpPr>
            <a:spLocks noGrp="1"/>
          </p:cNvSpPr>
          <p:nvPr>
            <p:ph type="body" sz="quarter" idx="150" hasCustomPrompt="1"/>
          </p:nvPr>
        </p:nvSpPr>
        <p:spPr>
          <a:xfrm>
            <a:off x="5932593" y="3383947"/>
            <a:ext cx="31998968" cy="1280160"/>
          </a:xfrm>
          <a:prstGeom prst="rect">
            <a:avLst/>
          </a:prstGeom>
        </p:spPr>
        <p:txBody>
          <a:bodyPr>
            <a:normAutofit/>
          </a:bodyPr>
          <a:lstStyle>
            <a:lvl1pPr marL="0" indent="0" algn="ctr">
              <a:buFontTx/>
              <a:buNone/>
              <a:defRPr sz="6000">
                <a:solidFill>
                  <a:schemeClr val="bg1"/>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affiliations</a:t>
            </a:r>
          </a:p>
        </p:txBody>
      </p:sp>
      <p:sp>
        <p:nvSpPr>
          <p:cNvPr id="78" name="Text Placeholder 76"/>
          <p:cNvSpPr>
            <a:spLocks noGrp="1"/>
          </p:cNvSpPr>
          <p:nvPr>
            <p:ph type="body" sz="quarter" idx="151" hasCustomPrompt="1"/>
          </p:nvPr>
        </p:nvSpPr>
        <p:spPr>
          <a:xfrm>
            <a:off x="5932593" y="2103787"/>
            <a:ext cx="31998968" cy="1280160"/>
          </a:xfrm>
          <a:prstGeom prst="rect">
            <a:avLst/>
          </a:prstGeom>
        </p:spPr>
        <p:txBody>
          <a:bodyPr anchor="t" anchorCtr="1">
            <a:normAutofit/>
          </a:bodyPr>
          <a:lstStyle>
            <a:lvl1pPr marL="0" indent="0" algn="ctr">
              <a:buFontTx/>
              <a:buNone/>
              <a:defRPr sz="8800">
                <a:solidFill>
                  <a:schemeClr val="bg1"/>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authors</a:t>
            </a:r>
          </a:p>
        </p:txBody>
      </p:sp>
      <p:sp>
        <p:nvSpPr>
          <p:cNvPr id="79" name="Text Placeholder 76"/>
          <p:cNvSpPr>
            <a:spLocks noGrp="1"/>
          </p:cNvSpPr>
          <p:nvPr>
            <p:ph type="body" sz="quarter" idx="153" hasCustomPrompt="1"/>
          </p:nvPr>
        </p:nvSpPr>
        <p:spPr>
          <a:xfrm>
            <a:off x="5932593" y="465813"/>
            <a:ext cx="31998968" cy="1637973"/>
          </a:xfrm>
          <a:prstGeom prst="rect">
            <a:avLst/>
          </a:prstGeom>
        </p:spPr>
        <p:txBody>
          <a:bodyPr anchor="t" anchorCtr="1">
            <a:normAutofit/>
          </a:bodyPr>
          <a:lstStyle>
            <a:lvl1pPr marL="0" indent="0" algn="ctr">
              <a:buFontTx/>
              <a:buNone/>
              <a:defRPr sz="11500">
                <a:solidFill>
                  <a:schemeClr val="bg1"/>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title</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tandard 3 columns">
    <p:spTree>
      <p:nvGrpSpPr>
        <p:cNvPr id="1" name=""/>
        <p:cNvGrpSpPr/>
        <p:nvPr/>
      </p:nvGrpSpPr>
      <p:grpSpPr>
        <a:xfrm>
          <a:off x="0" y="0"/>
          <a:ext cx="0" cy="0"/>
          <a:chOff x="0" y="0"/>
          <a:chExt cx="0" cy="0"/>
        </a:xfrm>
      </p:grpSpPr>
      <p:sp>
        <p:nvSpPr>
          <p:cNvPr id="4" name="Text Placeholder 3"/>
          <p:cNvSpPr>
            <a:spLocks noGrp="1"/>
          </p:cNvSpPr>
          <p:nvPr>
            <p:ph type="body" sz="quarter" idx="10" hasCustomPrompt="1"/>
          </p:nvPr>
        </p:nvSpPr>
        <p:spPr>
          <a:xfrm>
            <a:off x="904186" y="6295353"/>
            <a:ext cx="13591277" cy="861752"/>
          </a:xfrm>
          <a:prstGeom prst="rect">
            <a:avLst/>
          </a:prstGeom>
        </p:spPr>
        <p:txBody>
          <a:bodyPr wrap="square" lIns="228589" tIns="228589" rIns="228589" bIns="228589">
            <a:spAutoFit/>
          </a:bodyPr>
          <a:lstStyle>
            <a:lvl1pPr marL="0" indent="0">
              <a:buNone/>
              <a:defRPr sz="26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6" name="Text Placeholder 5"/>
          <p:cNvSpPr>
            <a:spLocks noGrp="1"/>
          </p:cNvSpPr>
          <p:nvPr>
            <p:ph type="body" sz="quarter" idx="11" hasCustomPrompt="1"/>
          </p:nvPr>
        </p:nvSpPr>
        <p:spPr>
          <a:xfrm>
            <a:off x="922338" y="5431995"/>
            <a:ext cx="13573126"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add) INTRODUCTION or ABSTRACT</a:t>
            </a:r>
          </a:p>
        </p:txBody>
      </p:sp>
      <p:sp>
        <p:nvSpPr>
          <p:cNvPr id="19" name="Text Placeholder 3"/>
          <p:cNvSpPr>
            <a:spLocks noGrp="1"/>
          </p:cNvSpPr>
          <p:nvPr>
            <p:ph type="body" sz="quarter" idx="19" hasCustomPrompt="1"/>
          </p:nvPr>
        </p:nvSpPr>
        <p:spPr>
          <a:xfrm>
            <a:off x="922338" y="18240478"/>
            <a:ext cx="13592864" cy="861752"/>
          </a:xfrm>
          <a:prstGeom prst="rect">
            <a:avLst/>
          </a:prstGeom>
        </p:spPr>
        <p:txBody>
          <a:bodyPr wrap="square" lIns="228589" tIns="228589" rIns="228589" bIns="228589">
            <a:spAutoFit/>
          </a:bodyPr>
          <a:lstStyle>
            <a:lvl1pPr marL="0" indent="0">
              <a:buNone/>
              <a:defRPr sz="26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20" name="Text Placeholder 5"/>
          <p:cNvSpPr>
            <a:spLocks noGrp="1"/>
          </p:cNvSpPr>
          <p:nvPr>
            <p:ph type="body" sz="quarter" idx="20" hasCustomPrompt="1"/>
          </p:nvPr>
        </p:nvSpPr>
        <p:spPr>
          <a:xfrm>
            <a:off x="942080" y="17409229"/>
            <a:ext cx="13573125"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add)  OBJECTIVES</a:t>
            </a:r>
          </a:p>
        </p:txBody>
      </p:sp>
      <p:sp>
        <p:nvSpPr>
          <p:cNvPr id="21" name="Text Placeholder 3"/>
          <p:cNvSpPr>
            <a:spLocks noGrp="1"/>
          </p:cNvSpPr>
          <p:nvPr>
            <p:ph type="body" sz="quarter" idx="21" hasCustomPrompt="1"/>
          </p:nvPr>
        </p:nvSpPr>
        <p:spPr>
          <a:xfrm>
            <a:off x="15154276" y="21595083"/>
            <a:ext cx="13571534" cy="861752"/>
          </a:xfrm>
          <a:prstGeom prst="rect">
            <a:avLst/>
          </a:prstGeom>
        </p:spPr>
        <p:txBody>
          <a:bodyPr wrap="square" lIns="228589" tIns="228589" rIns="228589" bIns="228589">
            <a:spAutoFit/>
          </a:bodyPr>
          <a:lstStyle>
            <a:lvl1pPr marL="0" indent="0">
              <a:buNone/>
              <a:defRPr sz="26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22" name="Text Placeholder 5"/>
          <p:cNvSpPr>
            <a:spLocks noGrp="1"/>
          </p:cNvSpPr>
          <p:nvPr>
            <p:ph type="body" sz="quarter" idx="22" hasCustomPrompt="1"/>
          </p:nvPr>
        </p:nvSpPr>
        <p:spPr>
          <a:xfrm>
            <a:off x="15154276" y="20739663"/>
            <a:ext cx="13571534"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add)  MATERIALS &amp; METHODS</a:t>
            </a:r>
          </a:p>
        </p:txBody>
      </p:sp>
      <p:sp>
        <p:nvSpPr>
          <p:cNvPr id="23" name="Text Placeholder 3"/>
          <p:cNvSpPr>
            <a:spLocks noGrp="1"/>
          </p:cNvSpPr>
          <p:nvPr>
            <p:ph type="body" sz="quarter" idx="23" hasCustomPrompt="1"/>
          </p:nvPr>
        </p:nvSpPr>
        <p:spPr>
          <a:xfrm>
            <a:off x="15162215" y="6295353"/>
            <a:ext cx="13571534" cy="861752"/>
          </a:xfrm>
          <a:prstGeom prst="rect">
            <a:avLst/>
          </a:prstGeom>
        </p:spPr>
        <p:txBody>
          <a:bodyPr wrap="square" lIns="228589" tIns="228589" rIns="228589" bIns="228589">
            <a:spAutoFit/>
          </a:bodyPr>
          <a:lstStyle>
            <a:lvl1pPr marL="0" indent="0">
              <a:buNone/>
              <a:defRPr sz="26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24" name="Text Placeholder 5"/>
          <p:cNvSpPr>
            <a:spLocks noGrp="1"/>
          </p:cNvSpPr>
          <p:nvPr>
            <p:ph type="body" sz="quarter" idx="24" hasCustomPrompt="1"/>
          </p:nvPr>
        </p:nvSpPr>
        <p:spPr>
          <a:xfrm>
            <a:off x="15154277" y="5431995"/>
            <a:ext cx="13579475"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add)  RESULTS</a:t>
            </a:r>
          </a:p>
        </p:txBody>
      </p:sp>
      <p:sp>
        <p:nvSpPr>
          <p:cNvPr id="25" name="Text Placeholder 5"/>
          <p:cNvSpPr>
            <a:spLocks noGrp="1"/>
          </p:cNvSpPr>
          <p:nvPr>
            <p:ph type="body" sz="quarter" idx="25" hasCustomPrompt="1"/>
          </p:nvPr>
        </p:nvSpPr>
        <p:spPr>
          <a:xfrm>
            <a:off x="29395741" y="5431995"/>
            <a:ext cx="13576029"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add)  CONCLUSIONS</a:t>
            </a:r>
          </a:p>
        </p:txBody>
      </p:sp>
      <p:sp>
        <p:nvSpPr>
          <p:cNvPr id="26" name="Text Placeholder 3"/>
          <p:cNvSpPr>
            <a:spLocks noGrp="1"/>
          </p:cNvSpPr>
          <p:nvPr>
            <p:ph type="body" sz="quarter" idx="26" hasCustomPrompt="1"/>
          </p:nvPr>
        </p:nvSpPr>
        <p:spPr>
          <a:xfrm>
            <a:off x="29395741" y="6295353"/>
            <a:ext cx="13576029" cy="861752"/>
          </a:xfrm>
          <a:prstGeom prst="rect">
            <a:avLst/>
          </a:prstGeom>
        </p:spPr>
        <p:txBody>
          <a:bodyPr wrap="square" lIns="228589" tIns="228589" rIns="228589" bIns="228589">
            <a:spAutoFit/>
          </a:bodyPr>
          <a:lstStyle>
            <a:lvl1pPr marL="0" indent="0">
              <a:buNone/>
              <a:defRPr sz="26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27" name="Text Placeholder 5"/>
          <p:cNvSpPr>
            <a:spLocks noGrp="1"/>
          </p:cNvSpPr>
          <p:nvPr>
            <p:ph type="body" sz="quarter" idx="27" hasCustomPrompt="1"/>
          </p:nvPr>
        </p:nvSpPr>
        <p:spPr>
          <a:xfrm>
            <a:off x="29395741" y="17377122"/>
            <a:ext cx="13576029" cy="754045"/>
          </a:xfrm>
          <a:prstGeom prst="rect">
            <a:avLst/>
          </a:prstGeom>
          <a:noFill/>
        </p:spPr>
        <p:txBody>
          <a:bodyPr wrap="square" lIns="91436" tIns="91436" rIns="91436" bIns="91436" anchor="ctr" anchorCtr="0">
            <a:spAutoFit/>
          </a:bodyPr>
          <a:lstStyle>
            <a:lvl1pPr marL="0" indent="0" algn="ctr">
              <a:buNone/>
              <a:tabLst/>
              <a:defRPr sz="3700" b="1" u="sng" baseline="0">
                <a:solidFill>
                  <a:schemeClr val="accent5">
                    <a:lumMod val="50000"/>
                  </a:schemeClr>
                </a:solidFill>
              </a:defRPr>
            </a:lvl1pPr>
          </a:lstStyle>
          <a:p>
            <a:pPr lvl="0"/>
            <a:r>
              <a:rPr lang="en-US" dirty="0"/>
              <a:t>(click to add)  REFERENCES</a:t>
            </a:r>
          </a:p>
        </p:txBody>
      </p:sp>
      <p:sp>
        <p:nvSpPr>
          <p:cNvPr id="28" name="Text Placeholder 3"/>
          <p:cNvSpPr>
            <a:spLocks noGrp="1"/>
          </p:cNvSpPr>
          <p:nvPr>
            <p:ph type="body" sz="quarter" idx="28" hasCustomPrompt="1"/>
          </p:nvPr>
        </p:nvSpPr>
        <p:spPr>
          <a:xfrm>
            <a:off x="29390710" y="18157350"/>
            <a:ext cx="13581061" cy="861752"/>
          </a:xfrm>
          <a:prstGeom prst="rect">
            <a:avLst/>
          </a:prstGeom>
        </p:spPr>
        <p:txBody>
          <a:bodyPr wrap="square" lIns="228589" tIns="228589" rIns="228589" bIns="228589">
            <a:spAutoFit/>
          </a:bodyPr>
          <a:lstStyle>
            <a:lvl1pPr marL="0" indent="0">
              <a:buNone/>
              <a:defRPr sz="26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29" name="Text Placeholder 5"/>
          <p:cNvSpPr>
            <a:spLocks noGrp="1"/>
          </p:cNvSpPr>
          <p:nvPr>
            <p:ph type="body" sz="quarter" idx="29" hasCustomPrompt="1"/>
          </p:nvPr>
        </p:nvSpPr>
        <p:spPr>
          <a:xfrm>
            <a:off x="29395741" y="25845657"/>
            <a:ext cx="13576029"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add)  ACKNOWLEDGEMENTS  or  CONTACT</a:t>
            </a:r>
          </a:p>
        </p:txBody>
      </p:sp>
      <p:sp>
        <p:nvSpPr>
          <p:cNvPr id="30" name="Text Placeholder 3"/>
          <p:cNvSpPr>
            <a:spLocks noGrp="1"/>
          </p:cNvSpPr>
          <p:nvPr>
            <p:ph type="body" sz="quarter" idx="30" hasCustomPrompt="1"/>
          </p:nvPr>
        </p:nvSpPr>
        <p:spPr>
          <a:xfrm>
            <a:off x="29395742" y="26625887"/>
            <a:ext cx="13581061" cy="861752"/>
          </a:xfrm>
          <a:prstGeom prst="rect">
            <a:avLst/>
          </a:prstGeom>
        </p:spPr>
        <p:txBody>
          <a:bodyPr wrap="square" lIns="228589" tIns="228589" rIns="228589" bIns="228589">
            <a:spAutoFit/>
          </a:bodyPr>
          <a:lstStyle>
            <a:lvl1pPr marL="0" indent="0">
              <a:buNone/>
              <a:defRPr sz="26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64" name="Text Placeholder 76"/>
          <p:cNvSpPr>
            <a:spLocks noGrp="1"/>
          </p:cNvSpPr>
          <p:nvPr>
            <p:ph type="body" sz="quarter" idx="150" hasCustomPrompt="1"/>
          </p:nvPr>
        </p:nvSpPr>
        <p:spPr>
          <a:xfrm>
            <a:off x="5932593" y="3383947"/>
            <a:ext cx="31998968" cy="1280160"/>
          </a:xfrm>
          <a:prstGeom prst="rect">
            <a:avLst/>
          </a:prstGeom>
        </p:spPr>
        <p:txBody>
          <a:bodyPr>
            <a:normAutofit/>
          </a:bodyPr>
          <a:lstStyle>
            <a:lvl1pPr marL="0" indent="0" algn="ctr">
              <a:buFontTx/>
              <a:buNone/>
              <a:defRPr sz="6000">
                <a:solidFill>
                  <a:schemeClr val="bg1"/>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affiliations</a:t>
            </a:r>
          </a:p>
        </p:txBody>
      </p:sp>
      <p:sp>
        <p:nvSpPr>
          <p:cNvPr id="65" name="Text Placeholder 76"/>
          <p:cNvSpPr>
            <a:spLocks noGrp="1"/>
          </p:cNvSpPr>
          <p:nvPr>
            <p:ph type="body" sz="quarter" idx="151" hasCustomPrompt="1"/>
          </p:nvPr>
        </p:nvSpPr>
        <p:spPr>
          <a:xfrm>
            <a:off x="5932593" y="2103787"/>
            <a:ext cx="31998968" cy="1280160"/>
          </a:xfrm>
          <a:prstGeom prst="rect">
            <a:avLst/>
          </a:prstGeom>
        </p:spPr>
        <p:txBody>
          <a:bodyPr anchor="t" anchorCtr="1">
            <a:normAutofit/>
          </a:bodyPr>
          <a:lstStyle>
            <a:lvl1pPr marL="0" indent="0" algn="ctr">
              <a:buFontTx/>
              <a:buNone/>
              <a:defRPr sz="8800">
                <a:solidFill>
                  <a:schemeClr val="bg1"/>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authors</a:t>
            </a:r>
          </a:p>
        </p:txBody>
      </p:sp>
      <p:sp>
        <p:nvSpPr>
          <p:cNvPr id="66" name="Text Placeholder 76"/>
          <p:cNvSpPr>
            <a:spLocks noGrp="1"/>
          </p:cNvSpPr>
          <p:nvPr>
            <p:ph type="body" sz="quarter" idx="153" hasCustomPrompt="1"/>
          </p:nvPr>
        </p:nvSpPr>
        <p:spPr>
          <a:xfrm>
            <a:off x="5932593" y="465813"/>
            <a:ext cx="31998968" cy="1637973"/>
          </a:xfrm>
          <a:prstGeom prst="rect">
            <a:avLst/>
          </a:prstGeom>
        </p:spPr>
        <p:txBody>
          <a:bodyPr anchor="t" anchorCtr="1">
            <a:normAutofit/>
          </a:bodyPr>
          <a:lstStyle>
            <a:lvl1pPr marL="0" indent="0" algn="ctr">
              <a:buFontTx/>
              <a:buNone/>
              <a:defRPr sz="11500">
                <a:solidFill>
                  <a:schemeClr val="bg1"/>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title</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Wide center column">
    <p:spTree>
      <p:nvGrpSpPr>
        <p:cNvPr id="1" name=""/>
        <p:cNvGrpSpPr/>
        <p:nvPr/>
      </p:nvGrpSpPr>
      <p:grpSpPr>
        <a:xfrm>
          <a:off x="0" y="0"/>
          <a:ext cx="0" cy="0"/>
          <a:chOff x="0" y="0"/>
          <a:chExt cx="0" cy="0"/>
        </a:xfrm>
      </p:grpSpPr>
      <p:sp>
        <p:nvSpPr>
          <p:cNvPr id="4" name="Text Placeholder 3"/>
          <p:cNvSpPr>
            <a:spLocks noGrp="1"/>
          </p:cNvSpPr>
          <p:nvPr>
            <p:ph type="body" sz="quarter" idx="10" hasCustomPrompt="1"/>
          </p:nvPr>
        </p:nvSpPr>
        <p:spPr>
          <a:xfrm>
            <a:off x="904188" y="6212225"/>
            <a:ext cx="10056813" cy="846363"/>
          </a:xfrm>
          <a:prstGeom prst="rect">
            <a:avLst/>
          </a:prstGeom>
        </p:spPr>
        <p:txBody>
          <a:bodyPr wrap="square" lIns="228589" tIns="228589" rIns="228589" bIns="228589">
            <a:spAutoFit/>
          </a:bodyPr>
          <a:lstStyle>
            <a:lvl1pPr marL="0" indent="0">
              <a:buNone/>
              <a:defRPr sz="2500">
                <a:latin typeface="Trebuchet MS" pitchFamily="34"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Enter your text here</a:t>
            </a:r>
          </a:p>
        </p:txBody>
      </p:sp>
      <p:sp>
        <p:nvSpPr>
          <p:cNvPr id="6" name="Text Placeholder 5"/>
          <p:cNvSpPr>
            <a:spLocks noGrp="1"/>
          </p:cNvSpPr>
          <p:nvPr>
            <p:ph type="body" sz="quarter" idx="11" hasCustomPrompt="1"/>
          </p:nvPr>
        </p:nvSpPr>
        <p:spPr>
          <a:xfrm>
            <a:off x="922341" y="5348867"/>
            <a:ext cx="10048875" cy="754045"/>
          </a:xfrm>
          <a:prstGeom prst="rect">
            <a:avLst/>
          </a:prstGeom>
          <a:noFill/>
        </p:spPr>
        <p:txBody>
          <a:bodyPr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add) INTRODUCTION or ABSTRACT</a:t>
            </a:r>
          </a:p>
        </p:txBody>
      </p:sp>
      <p:sp>
        <p:nvSpPr>
          <p:cNvPr id="19" name="Text Placeholder 3"/>
          <p:cNvSpPr>
            <a:spLocks noGrp="1"/>
          </p:cNvSpPr>
          <p:nvPr>
            <p:ph type="body" sz="quarter" idx="19" hasCustomPrompt="1"/>
          </p:nvPr>
        </p:nvSpPr>
        <p:spPr>
          <a:xfrm>
            <a:off x="902598" y="15043762"/>
            <a:ext cx="10058400" cy="846363"/>
          </a:xfrm>
          <a:prstGeom prst="rect">
            <a:avLst/>
          </a:prstGeom>
        </p:spPr>
        <p:txBody>
          <a:bodyPr wrap="square" lIns="228589" tIns="228589" rIns="228589" bIns="228589">
            <a:spAutoFit/>
          </a:bodyPr>
          <a:lstStyle>
            <a:lvl1pPr marL="0" indent="0">
              <a:buNone/>
              <a:defRPr sz="2500">
                <a:latin typeface="Trebuchet MS" pitchFamily="34"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Enter your text here</a:t>
            </a:r>
          </a:p>
        </p:txBody>
      </p:sp>
      <p:sp>
        <p:nvSpPr>
          <p:cNvPr id="20" name="Text Placeholder 5"/>
          <p:cNvSpPr>
            <a:spLocks noGrp="1"/>
          </p:cNvSpPr>
          <p:nvPr>
            <p:ph type="body" sz="quarter" idx="20" hasCustomPrompt="1"/>
          </p:nvPr>
        </p:nvSpPr>
        <p:spPr>
          <a:xfrm>
            <a:off x="922339" y="14212513"/>
            <a:ext cx="10050462"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add)  OBJECTIVES</a:t>
            </a:r>
          </a:p>
        </p:txBody>
      </p:sp>
      <p:sp>
        <p:nvSpPr>
          <p:cNvPr id="21" name="Text Placeholder 3"/>
          <p:cNvSpPr>
            <a:spLocks noGrp="1"/>
          </p:cNvSpPr>
          <p:nvPr>
            <p:ph type="body" sz="quarter" idx="21" hasCustomPrompt="1"/>
          </p:nvPr>
        </p:nvSpPr>
        <p:spPr>
          <a:xfrm>
            <a:off x="11587163" y="6204287"/>
            <a:ext cx="20720048" cy="846363"/>
          </a:xfrm>
          <a:prstGeom prst="rect">
            <a:avLst/>
          </a:prstGeom>
        </p:spPr>
        <p:txBody>
          <a:bodyPr wrap="square" lIns="228589" tIns="228589" rIns="228589" bIns="228589">
            <a:spAutoFit/>
          </a:bodyPr>
          <a:lstStyle>
            <a:lvl1pPr marL="0" indent="0">
              <a:buNone/>
              <a:defRPr sz="2500">
                <a:latin typeface="Trebuchet MS" pitchFamily="34"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Enter your text here</a:t>
            </a:r>
          </a:p>
        </p:txBody>
      </p:sp>
      <p:sp>
        <p:nvSpPr>
          <p:cNvPr id="22" name="Text Placeholder 5"/>
          <p:cNvSpPr>
            <a:spLocks noGrp="1"/>
          </p:cNvSpPr>
          <p:nvPr>
            <p:ph type="body" sz="quarter" idx="22" hasCustomPrompt="1"/>
          </p:nvPr>
        </p:nvSpPr>
        <p:spPr>
          <a:xfrm>
            <a:off x="11587164" y="5348867"/>
            <a:ext cx="20720050"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(header)  MATERIALS &amp; METHODS</a:t>
            </a:r>
          </a:p>
        </p:txBody>
      </p:sp>
      <p:sp>
        <p:nvSpPr>
          <p:cNvPr id="23" name="Text Placeholder 3"/>
          <p:cNvSpPr>
            <a:spLocks noGrp="1"/>
          </p:cNvSpPr>
          <p:nvPr>
            <p:ph type="body" sz="quarter" idx="23" hasCustomPrompt="1"/>
          </p:nvPr>
        </p:nvSpPr>
        <p:spPr>
          <a:xfrm>
            <a:off x="11587164" y="21896538"/>
            <a:ext cx="20720050" cy="846363"/>
          </a:xfrm>
          <a:prstGeom prst="rect">
            <a:avLst/>
          </a:prstGeom>
        </p:spPr>
        <p:txBody>
          <a:bodyPr wrap="square" lIns="228589" tIns="228589" rIns="228589" bIns="228589">
            <a:spAutoFit/>
          </a:bodyPr>
          <a:lstStyle>
            <a:lvl1pPr marL="0" indent="0">
              <a:buNone/>
              <a:defRPr sz="2500">
                <a:latin typeface="Trebuchet MS" pitchFamily="34"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Enter your text here</a:t>
            </a:r>
          </a:p>
        </p:txBody>
      </p:sp>
      <p:sp>
        <p:nvSpPr>
          <p:cNvPr id="24" name="Text Placeholder 5"/>
          <p:cNvSpPr>
            <a:spLocks noGrp="1"/>
          </p:cNvSpPr>
          <p:nvPr>
            <p:ph type="body" sz="quarter" idx="24" hasCustomPrompt="1"/>
          </p:nvPr>
        </p:nvSpPr>
        <p:spPr>
          <a:xfrm>
            <a:off x="11587162" y="21074746"/>
            <a:ext cx="20720050"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add)  RESULTS</a:t>
            </a:r>
          </a:p>
        </p:txBody>
      </p:sp>
      <p:sp>
        <p:nvSpPr>
          <p:cNvPr id="25" name="Text Placeholder 5"/>
          <p:cNvSpPr>
            <a:spLocks noGrp="1"/>
          </p:cNvSpPr>
          <p:nvPr>
            <p:ph type="body" sz="quarter" idx="25" hasCustomPrompt="1"/>
          </p:nvPr>
        </p:nvSpPr>
        <p:spPr>
          <a:xfrm>
            <a:off x="32905536" y="5348867"/>
            <a:ext cx="10047018"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add) CONCLUSIONS</a:t>
            </a:r>
          </a:p>
        </p:txBody>
      </p:sp>
      <p:sp>
        <p:nvSpPr>
          <p:cNvPr id="26" name="Text Placeholder 3"/>
          <p:cNvSpPr>
            <a:spLocks noGrp="1"/>
          </p:cNvSpPr>
          <p:nvPr>
            <p:ph type="body" sz="quarter" idx="26" hasCustomPrompt="1"/>
          </p:nvPr>
        </p:nvSpPr>
        <p:spPr>
          <a:xfrm>
            <a:off x="32905536" y="6212225"/>
            <a:ext cx="10047018" cy="846363"/>
          </a:xfrm>
          <a:prstGeom prst="rect">
            <a:avLst/>
          </a:prstGeom>
        </p:spPr>
        <p:txBody>
          <a:bodyPr wrap="square" lIns="228589" tIns="228589" rIns="228589" bIns="228589">
            <a:spAutoFit/>
          </a:bodyPr>
          <a:lstStyle>
            <a:lvl1pPr marL="0" indent="0">
              <a:buNone/>
              <a:defRPr sz="2500">
                <a:latin typeface="Trebuchet MS" pitchFamily="34"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Enter your text here</a:t>
            </a:r>
          </a:p>
        </p:txBody>
      </p:sp>
      <p:sp>
        <p:nvSpPr>
          <p:cNvPr id="27" name="Text Placeholder 5"/>
          <p:cNvSpPr>
            <a:spLocks noGrp="1"/>
          </p:cNvSpPr>
          <p:nvPr>
            <p:ph type="body" sz="quarter" idx="27" hasCustomPrompt="1"/>
          </p:nvPr>
        </p:nvSpPr>
        <p:spPr>
          <a:xfrm>
            <a:off x="32905536" y="14272738"/>
            <a:ext cx="10047018"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add) REFERENCES</a:t>
            </a:r>
          </a:p>
        </p:txBody>
      </p:sp>
      <p:sp>
        <p:nvSpPr>
          <p:cNvPr id="28" name="Text Placeholder 3"/>
          <p:cNvSpPr>
            <a:spLocks noGrp="1"/>
          </p:cNvSpPr>
          <p:nvPr>
            <p:ph type="body" sz="quarter" idx="28" hasCustomPrompt="1"/>
          </p:nvPr>
        </p:nvSpPr>
        <p:spPr>
          <a:xfrm>
            <a:off x="32905536" y="15011402"/>
            <a:ext cx="10052050" cy="846363"/>
          </a:xfrm>
          <a:prstGeom prst="rect">
            <a:avLst/>
          </a:prstGeom>
        </p:spPr>
        <p:txBody>
          <a:bodyPr wrap="square" lIns="228589" tIns="228589" rIns="228589" bIns="228589">
            <a:spAutoFit/>
          </a:bodyPr>
          <a:lstStyle>
            <a:lvl1pPr marL="0" indent="0">
              <a:buNone/>
              <a:defRPr sz="2500">
                <a:latin typeface="Trebuchet MS" pitchFamily="34"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Enter your text here</a:t>
            </a:r>
          </a:p>
        </p:txBody>
      </p:sp>
      <p:sp>
        <p:nvSpPr>
          <p:cNvPr id="29" name="Text Placeholder 5"/>
          <p:cNvSpPr>
            <a:spLocks noGrp="1"/>
          </p:cNvSpPr>
          <p:nvPr>
            <p:ph type="body" sz="quarter" idx="29" hasCustomPrompt="1"/>
          </p:nvPr>
        </p:nvSpPr>
        <p:spPr>
          <a:xfrm>
            <a:off x="32905536" y="25669876"/>
            <a:ext cx="10047018"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add)  ACKNOWLEDGEMENTS or CONTACT</a:t>
            </a:r>
          </a:p>
        </p:txBody>
      </p:sp>
      <p:sp>
        <p:nvSpPr>
          <p:cNvPr id="30" name="Text Placeholder 3"/>
          <p:cNvSpPr>
            <a:spLocks noGrp="1"/>
          </p:cNvSpPr>
          <p:nvPr>
            <p:ph type="body" sz="quarter" idx="30" hasCustomPrompt="1"/>
          </p:nvPr>
        </p:nvSpPr>
        <p:spPr>
          <a:xfrm>
            <a:off x="32905536" y="26436774"/>
            <a:ext cx="10052050" cy="846363"/>
          </a:xfrm>
          <a:prstGeom prst="rect">
            <a:avLst/>
          </a:prstGeom>
        </p:spPr>
        <p:txBody>
          <a:bodyPr wrap="square" lIns="228589" tIns="228589" rIns="228589" bIns="228589">
            <a:spAutoFit/>
          </a:bodyPr>
          <a:lstStyle>
            <a:lvl1pPr marL="0" indent="0">
              <a:buNone/>
              <a:defRPr sz="2500">
                <a:latin typeface="Trebuchet MS" pitchFamily="34"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Enter your text here</a:t>
            </a:r>
          </a:p>
        </p:txBody>
      </p:sp>
      <p:sp>
        <p:nvSpPr>
          <p:cNvPr id="64" name="Text Placeholder 76"/>
          <p:cNvSpPr>
            <a:spLocks noGrp="1"/>
          </p:cNvSpPr>
          <p:nvPr>
            <p:ph type="body" sz="quarter" idx="150" hasCustomPrompt="1"/>
          </p:nvPr>
        </p:nvSpPr>
        <p:spPr>
          <a:xfrm>
            <a:off x="5932593" y="3383947"/>
            <a:ext cx="31998968" cy="1280160"/>
          </a:xfrm>
          <a:prstGeom prst="rect">
            <a:avLst/>
          </a:prstGeom>
        </p:spPr>
        <p:txBody>
          <a:bodyPr>
            <a:normAutofit/>
          </a:bodyPr>
          <a:lstStyle>
            <a:lvl1pPr marL="0" indent="0" algn="ctr">
              <a:buFontTx/>
              <a:buNone/>
              <a:defRPr sz="6000">
                <a:solidFill>
                  <a:schemeClr val="bg1"/>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affiliations</a:t>
            </a:r>
          </a:p>
        </p:txBody>
      </p:sp>
      <p:sp>
        <p:nvSpPr>
          <p:cNvPr id="65" name="Text Placeholder 76"/>
          <p:cNvSpPr>
            <a:spLocks noGrp="1"/>
          </p:cNvSpPr>
          <p:nvPr>
            <p:ph type="body" sz="quarter" idx="151" hasCustomPrompt="1"/>
          </p:nvPr>
        </p:nvSpPr>
        <p:spPr>
          <a:xfrm>
            <a:off x="5932593" y="2103787"/>
            <a:ext cx="31998968" cy="1280160"/>
          </a:xfrm>
          <a:prstGeom prst="rect">
            <a:avLst/>
          </a:prstGeom>
        </p:spPr>
        <p:txBody>
          <a:bodyPr anchor="t" anchorCtr="1">
            <a:normAutofit/>
          </a:bodyPr>
          <a:lstStyle>
            <a:lvl1pPr marL="0" indent="0" algn="ctr">
              <a:buFontTx/>
              <a:buNone/>
              <a:defRPr sz="8800">
                <a:solidFill>
                  <a:schemeClr val="bg1"/>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authors</a:t>
            </a:r>
          </a:p>
        </p:txBody>
      </p:sp>
      <p:sp>
        <p:nvSpPr>
          <p:cNvPr id="66" name="Text Placeholder 76"/>
          <p:cNvSpPr>
            <a:spLocks noGrp="1"/>
          </p:cNvSpPr>
          <p:nvPr>
            <p:ph type="body" sz="quarter" idx="153" hasCustomPrompt="1"/>
          </p:nvPr>
        </p:nvSpPr>
        <p:spPr>
          <a:xfrm>
            <a:off x="5932593" y="465813"/>
            <a:ext cx="31998968" cy="1637973"/>
          </a:xfrm>
          <a:prstGeom prst="rect">
            <a:avLst/>
          </a:prstGeom>
        </p:spPr>
        <p:txBody>
          <a:bodyPr anchor="t" anchorCtr="1">
            <a:normAutofit/>
          </a:bodyPr>
          <a:lstStyle>
            <a:lvl1pPr marL="0" indent="0" algn="ctr">
              <a:buFontTx/>
              <a:buNone/>
              <a:defRPr sz="11500">
                <a:solidFill>
                  <a:schemeClr val="bg1"/>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title</a:t>
            </a: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5.wmf"/><Relationship Id="rId13" Type="http://schemas.openxmlformats.org/officeDocument/2006/relationships/image" Target="../media/image8.png"/><Relationship Id="rId3" Type="http://schemas.openxmlformats.org/officeDocument/2006/relationships/image" Target="../media/image1.png"/><Relationship Id="rId7" Type="http://schemas.openxmlformats.org/officeDocument/2006/relationships/oleObject" Target="../embeddings/oleObject1.bin"/><Relationship Id="rId12" Type="http://schemas.openxmlformats.org/officeDocument/2006/relationships/image" Target="../media/image7.wmf"/><Relationship Id="rId17" Type="http://schemas.openxmlformats.org/officeDocument/2006/relationships/image" Target="../media/image10.jpeg"/><Relationship Id="rId2" Type="http://schemas.openxmlformats.org/officeDocument/2006/relationships/theme" Target="../theme/theme1.xml"/><Relationship Id="rId16" Type="http://schemas.openxmlformats.org/officeDocument/2006/relationships/hyperlink" Target="http://www.facebook.com/pages/PosterPresentationscom/217914411419?v=app_4949752878&amp;ref=ts" TargetMode="External"/><Relationship Id="rId1" Type="http://schemas.openxmlformats.org/officeDocument/2006/relationships/slideLayout" Target="../slideLayouts/slideLayout1.xml"/><Relationship Id="rId6" Type="http://schemas.openxmlformats.org/officeDocument/2006/relationships/image" Target="../media/image4.png"/><Relationship Id="rId11" Type="http://schemas.openxmlformats.org/officeDocument/2006/relationships/oleObject" Target="../embeddings/oleObject3.bin"/><Relationship Id="rId5" Type="http://schemas.openxmlformats.org/officeDocument/2006/relationships/image" Target="../media/image3.png"/><Relationship Id="rId15" Type="http://schemas.openxmlformats.org/officeDocument/2006/relationships/image" Target="../media/image9.wmf"/><Relationship Id="rId10" Type="http://schemas.openxmlformats.org/officeDocument/2006/relationships/image" Target="../media/image6.wmf"/><Relationship Id="rId4" Type="http://schemas.openxmlformats.org/officeDocument/2006/relationships/image" Target="../media/image2.png"/><Relationship Id="rId9" Type="http://schemas.openxmlformats.org/officeDocument/2006/relationships/oleObject" Target="../embeddings/oleObject2.bin"/><Relationship Id="rId14" Type="http://schemas.openxmlformats.org/officeDocument/2006/relationships/oleObject" Target="../embeddings/oleObject4.bin"/></Relationships>
</file>

<file path=ppt/slideMasters/_rels/slideMaster2.xml.rels><?xml version="1.0" encoding="UTF-8" standalone="yes"?>
<Relationships xmlns="http://schemas.openxmlformats.org/package/2006/relationships"><Relationship Id="rId8" Type="http://schemas.openxmlformats.org/officeDocument/2006/relationships/hyperlink" Target="http://www.facebook.com/pages/PosterPresentationscom/217914411419?v=app_4949752878&amp;ref=ts" TargetMode="External"/><Relationship Id="rId13" Type="http://schemas.openxmlformats.org/officeDocument/2006/relationships/image" Target="../media/image4.png"/><Relationship Id="rId3" Type="http://schemas.openxmlformats.org/officeDocument/2006/relationships/oleObject" Target="../embeddings/oleObject3.bin"/><Relationship Id="rId7" Type="http://schemas.openxmlformats.org/officeDocument/2006/relationships/image" Target="../media/image9.wmf"/><Relationship Id="rId12" Type="http://schemas.openxmlformats.org/officeDocument/2006/relationships/image" Target="../media/image3.png"/><Relationship Id="rId17" Type="http://schemas.openxmlformats.org/officeDocument/2006/relationships/image" Target="../media/image6.wmf"/><Relationship Id="rId2" Type="http://schemas.openxmlformats.org/officeDocument/2006/relationships/theme" Target="../theme/theme2.xml"/><Relationship Id="rId16" Type="http://schemas.openxmlformats.org/officeDocument/2006/relationships/oleObject" Target="../embeddings/oleObject2.bin"/><Relationship Id="rId1" Type="http://schemas.openxmlformats.org/officeDocument/2006/relationships/slideLayout" Target="../slideLayouts/slideLayout2.xml"/><Relationship Id="rId6" Type="http://schemas.openxmlformats.org/officeDocument/2006/relationships/oleObject" Target="../embeddings/oleObject4.bin"/><Relationship Id="rId11" Type="http://schemas.openxmlformats.org/officeDocument/2006/relationships/image" Target="../media/image2.png"/><Relationship Id="rId5" Type="http://schemas.openxmlformats.org/officeDocument/2006/relationships/image" Target="../media/image8.png"/><Relationship Id="rId15" Type="http://schemas.openxmlformats.org/officeDocument/2006/relationships/image" Target="../media/image5.wmf"/><Relationship Id="rId10" Type="http://schemas.openxmlformats.org/officeDocument/2006/relationships/image" Target="../media/image1.png"/><Relationship Id="rId4" Type="http://schemas.openxmlformats.org/officeDocument/2006/relationships/image" Target="../media/image7.wmf"/><Relationship Id="rId9" Type="http://schemas.openxmlformats.org/officeDocument/2006/relationships/image" Target="../media/image10.jpeg"/><Relationship Id="rId14" Type="http://schemas.openxmlformats.org/officeDocument/2006/relationships/oleObject" Target="../embeddings/oleObject1.bin"/></Relationships>
</file>

<file path=ppt/slideMasters/_rels/slideMaster3.xml.rels><?xml version="1.0" encoding="UTF-8" standalone="yes"?>
<Relationships xmlns="http://schemas.openxmlformats.org/package/2006/relationships"><Relationship Id="rId8" Type="http://schemas.openxmlformats.org/officeDocument/2006/relationships/hyperlink" Target="http://www.facebook.com/pages/PosterPresentationscom/217914411419?v=app_4949752878&amp;ref=ts" TargetMode="External"/><Relationship Id="rId13" Type="http://schemas.openxmlformats.org/officeDocument/2006/relationships/image" Target="../media/image4.png"/><Relationship Id="rId3" Type="http://schemas.openxmlformats.org/officeDocument/2006/relationships/oleObject" Target="../embeddings/oleObject3.bin"/><Relationship Id="rId7" Type="http://schemas.openxmlformats.org/officeDocument/2006/relationships/image" Target="../media/image9.wmf"/><Relationship Id="rId12" Type="http://schemas.openxmlformats.org/officeDocument/2006/relationships/image" Target="../media/image3.png"/><Relationship Id="rId17" Type="http://schemas.openxmlformats.org/officeDocument/2006/relationships/image" Target="../media/image6.wmf"/><Relationship Id="rId2" Type="http://schemas.openxmlformats.org/officeDocument/2006/relationships/theme" Target="../theme/theme3.xml"/><Relationship Id="rId16" Type="http://schemas.openxmlformats.org/officeDocument/2006/relationships/oleObject" Target="../embeddings/oleObject2.bin"/><Relationship Id="rId1" Type="http://schemas.openxmlformats.org/officeDocument/2006/relationships/slideLayout" Target="../slideLayouts/slideLayout3.xml"/><Relationship Id="rId6" Type="http://schemas.openxmlformats.org/officeDocument/2006/relationships/oleObject" Target="../embeddings/oleObject4.bin"/><Relationship Id="rId11" Type="http://schemas.openxmlformats.org/officeDocument/2006/relationships/image" Target="../media/image2.png"/><Relationship Id="rId5" Type="http://schemas.openxmlformats.org/officeDocument/2006/relationships/image" Target="../media/image8.png"/><Relationship Id="rId15" Type="http://schemas.openxmlformats.org/officeDocument/2006/relationships/image" Target="../media/image5.wmf"/><Relationship Id="rId10" Type="http://schemas.openxmlformats.org/officeDocument/2006/relationships/image" Target="../media/image1.png"/><Relationship Id="rId4" Type="http://schemas.openxmlformats.org/officeDocument/2006/relationships/image" Target="../media/image7.wmf"/><Relationship Id="rId9" Type="http://schemas.openxmlformats.org/officeDocument/2006/relationships/image" Target="../media/image10.jpeg"/><Relationship Id="rId14" Type="http://schemas.openxmlformats.org/officeDocument/2006/relationships/oleObject" Target="../embeddings/oleObject1.bin"/></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chemeClr val="accent5">
                <a:lumMod val="50000"/>
              </a:schemeClr>
            </a:gs>
            <a:gs pos="34000">
              <a:schemeClr val="tx2">
                <a:lumMod val="40000"/>
                <a:lumOff val="60000"/>
              </a:schemeClr>
            </a:gs>
            <a:gs pos="100000">
              <a:schemeClr val="accent5">
                <a:lumMod val="20000"/>
                <a:lumOff val="80000"/>
              </a:schemeClr>
            </a:gs>
          </a:gsLst>
          <a:lin ang="16200000" scaled="1"/>
          <a:tileRect/>
        </a:gradFill>
        <a:effectLst/>
      </p:bgPr>
    </p:bg>
    <p:spTree>
      <p:nvGrpSpPr>
        <p:cNvPr id="1" name=""/>
        <p:cNvGrpSpPr/>
        <p:nvPr/>
      </p:nvGrpSpPr>
      <p:grpSpPr>
        <a:xfrm>
          <a:off x="0" y="0"/>
          <a:ext cx="0" cy="0"/>
          <a:chOff x="0" y="0"/>
          <a:chExt cx="0" cy="0"/>
        </a:xfrm>
      </p:grpSpPr>
      <p:sp>
        <p:nvSpPr>
          <p:cNvPr id="7" name="Rectangle 36"/>
          <p:cNvSpPr>
            <a:spLocks noChangeArrowheads="1"/>
          </p:cNvSpPr>
          <p:nvPr/>
        </p:nvSpPr>
        <p:spPr bwMode="auto">
          <a:xfrm>
            <a:off x="0" y="0"/>
            <a:ext cx="43891200" cy="4800600"/>
          </a:xfrm>
          <a:prstGeom prst="rect">
            <a:avLst/>
          </a:prstGeom>
          <a:solidFill>
            <a:schemeClr val="accent5">
              <a:lumMod val="75000"/>
            </a:schemeClr>
          </a:solidFill>
          <a:ln w="9525">
            <a:solidFill>
              <a:schemeClr val="tx1"/>
            </a:solidFill>
            <a:miter lim="800000"/>
            <a:headEnd/>
            <a:tailEnd/>
          </a:ln>
          <a:effectLst/>
        </p:spPr>
        <p:txBody>
          <a:bodyPr wrap="none" lIns="91436" tIns="45717" rIns="91436" bIns="45717" anchor="ctr"/>
          <a:lstStyle/>
          <a:p>
            <a:pPr>
              <a:defRPr/>
            </a:pPr>
            <a:endParaRPr lang="en-US" dirty="0"/>
          </a:p>
        </p:txBody>
      </p:sp>
      <p:sp>
        <p:nvSpPr>
          <p:cNvPr id="9" name="Rectangle 9"/>
          <p:cNvSpPr>
            <a:spLocks noChangeArrowheads="1"/>
          </p:cNvSpPr>
          <p:nvPr/>
        </p:nvSpPr>
        <p:spPr bwMode="auto">
          <a:xfrm>
            <a:off x="0" y="4800600"/>
            <a:ext cx="43891200" cy="45719"/>
          </a:xfrm>
          <a:prstGeom prst="rect">
            <a:avLst/>
          </a:prstGeom>
          <a:solidFill>
            <a:schemeClr val="accent5">
              <a:lumMod val="50000"/>
            </a:schemeClr>
          </a:solidFill>
          <a:ln w="152400">
            <a:solidFill>
              <a:schemeClr val="accent5">
                <a:lumMod val="50000"/>
              </a:schemeClr>
            </a:solidFill>
            <a:miter lim="800000"/>
            <a:headEnd/>
            <a:tailEnd/>
          </a:ln>
          <a:effectLst/>
        </p:spPr>
        <p:txBody>
          <a:bodyPr wrap="none" lIns="91436" tIns="45717" rIns="91436" bIns="45717" anchor="ctr"/>
          <a:lstStyle/>
          <a:p>
            <a:pPr>
              <a:defRPr/>
            </a:pPr>
            <a:endParaRPr lang="en-US" dirty="0"/>
          </a:p>
        </p:txBody>
      </p:sp>
      <p:sp>
        <p:nvSpPr>
          <p:cNvPr id="10" name="Text Box 14"/>
          <p:cNvSpPr txBox="1">
            <a:spLocks noChangeArrowheads="1"/>
          </p:cNvSpPr>
          <p:nvPr/>
        </p:nvSpPr>
        <p:spPr bwMode="auto">
          <a:xfrm>
            <a:off x="1567305" y="32315729"/>
            <a:ext cx="2514600" cy="336819"/>
          </a:xfrm>
          <a:prstGeom prst="rect">
            <a:avLst/>
          </a:prstGeom>
          <a:noFill/>
          <a:ln w="9525">
            <a:noFill/>
            <a:miter lim="800000"/>
            <a:headEnd/>
            <a:tailEnd/>
          </a:ln>
          <a:effectLst/>
        </p:spPr>
        <p:txBody>
          <a:bodyPr lIns="91263" tIns="45623" rIns="91263" bIns="45623">
            <a:spAutoFit/>
          </a:bodyPr>
          <a:lstStyle/>
          <a:p>
            <a:pPr eaLnBrk="0" hangingPunct="0">
              <a:lnSpc>
                <a:spcPct val="65000"/>
              </a:lnSpc>
              <a:spcBef>
                <a:spcPct val="50000"/>
              </a:spcBef>
              <a:defRPr/>
            </a:pPr>
            <a:r>
              <a:rPr lang="en-US" sz="500" b="1" dirty="0">
                <a:solidFill>
                  <a:schemeClr val="bg1">
                    <a:lumMod val="75000"/>
                  </a:schemeClr>
                </a:solidFill>
                <a:latin typeface="Arial" charset="0"/>
              </a:rPr>
              <a:t>RESEARCH POSTER PRESENTATION DESIGN © 2015</a:t>
            </a:r>
          </a:p>
          <a:p>
            <a:pPr eaLnBrk="0" hangingPunct="0">
              <a:lnSpc>
                <a:spcPct val="65000"/>
              </a:lnSpc>
              <a:spcBef>
                <a:spcPct val="50000"/>
              </a:spcBef>
              <a:defRPr/>
            </a:pPr>
            <a:r>
              <a:rPr lang="en-US" sz="1100" b="1" dirty="0">
                <a:solidFill>
                  <a:schemeClr val="bg1">
                    <a:lumMod val="75000"/>
                  </a:schemeClr>
                </a:solidFill>
                <a:latin typeface="Arial" charset="0"/>
              </a:rPr>
              <a:t>www.PosterPresentations.com</a:t>
            </a:r>
          </a:p>
        </p:txBody>
      </p:sp>
      <p:sp>
        <p:nvSpPr>
          <p:cNvPr id="2" name="Rounded Rectangle 1"/>
          <p:cNvSpPr/>
          <p:nvPr userDrawn="1"/>
        </p:nvSpPr>
        <p:spPr>
          <a:xfrm>
            <a:off x="477824" y="5475145"/>
            <a:ext cx="10058400" cy="26736675"/>
          </a:xfrm>
          <a:prstGeom prst="roundRect">
            <a:avLst>
              <a:gd name="adj" fmla="val 4178"/>
            </a:avLst>
          </a:prstGeom>
          <a:gradFill>
            <a:gsLst>
              <a:gs pos="0">
                <a:srgbClr val="CDD2DE"/>
              </a:gs>
              <a:gs pos="0">
                <a:srgbClr val="CDD2DE"/>
              </a:gs>
              <a:gs pos="100000">
                <a:srgbClr val="F3F5FA"/>
              </a:gs>
            </a:gsLst>
            <a:lin ang="16200000" scaled="1"/>
          </a:gradFill>
          <a:ln>
            <a:solidFill>
              <a:schemeClr val="accent5">
                <a:lumMod val="50000"/>
                <a:alpha val="5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ounded Rectangle 22"/>
          <p:cNvSpPr/>
          <p:nvPr userDrawn="1"/>
        </p:nvSpPr>
        <p:spPr>
          <a:xfrm>
            <a:off x="11439521" y="5475145"/>
            <a:ext cx="10058400" cy="26736675"/>
          </a:xfrm>
          <a:prstGeom prst="roundRect">
            <a:avLst>
              <a:gd name="adj" fmla="val 4494"/>
            </a:avLst>
          </a:prstGeom>
          <a:gradFill>
            <a:gsLst>
              <a:gs pos="0">
                <a:srgbClr val="CDD2DE"/>
              </a:gs>
              <a:gs pos="0">
                <a:srgbClr val="CDD2DE"/>
              </a:gs>
              <a:gs pos="100000">
                <a:srgbClr val="F3F5FA"/>
              </a:gs>
            </a:gsLst>
            <a:lin ang="16200000" scaled="1"/>
          </a:gradFill>
          <a:ln>
            <a:solidFill>
              <a:schemeClr val="accent5">
                <a:lumMod val="50000"/>
                <a:alpha val="5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ounded Rectangle 23"/>
          <p:cNvSpPr/>
          <p:nvPr userDrawn="1"/>
        </p:nvSpPr>
        <p:spPr>
          <a:xfrm>
            <a:off x="22401218" y="5475145"/>
            <a:ext cx="10058400" cy="26736675"/>
          </a:xfrm>
          <a:prstGeom prst="roundRect">
            <a:avLst>
              <a:gd name="adj" fmla="val 4810"/>
            </a:avLst>
          </a:prstGeom>
          <a:gradFill>
            <a:gsLst>
              <a:gs pos="0">
                <a:srgbClr val="CDD2DE"/>
              </a:gs>
              <a:gs pos="0">
                <a:srgbClr val="CDD2DE"/>
              </a:gs>
              <a:gs pos="100000">
                <a:srgbClr val="F3F5FA"/>
              </a:gs>
            </a:gsLst>
            <a:lin ang="16200000" scaled="1"/>
          </a:gradFill>
          <a:ln>
            <a:solidFill>
              <a:schemeClr val="accent5">
                <a:lumMod val="50000"/>
                <a:alpha val="5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ounded Rectangle 25"/>
          <p:cNvSpPr/>
          <p:nvPr userDrawn="1"/>
        </p:nvSpPr>
        <p:spPr>
          <a:xfrm>
            <a:off x="33362914" y="5475145"/>
            <a:ext cx="10058400" cy="26736675"/>
          </a:xfrm>
          <a:prstGeom prst="roundRect">
            <a:avLst>
              <a:gd name="adj" fmla="val 3863"/>
            </a:avLst>
          </a:prstGeom>
          <a:gradFill>
            <a:gsLst>
              <a:gs pos="0">
                <a:srgbClr val="CDD2DE"/>
              </a:gs>
              <a:gs pos="0">
                <a:srgbClr val="CDD2DE"/>
              </a:gs>
              <a:gs pos="100000">
                <a:srgbClr val="F3F5FA"/>
              </a:gs>
            </a:gsLst>
            <a:lin ang="16200000" scaled="1"/>
          </a:gradFill>
          <a:ln>
            <a:solidFill>
              <a:schemeClr val="accent5">
                <a:lumMod val="50000"/>
                <a:alpha val="5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0" name="Group 29"/>
          <p:cNvGrpSpPr/>
          <p:nvPr userDrawn="1"/>
        </p:nvGrpSpPr>
        <p:grpSpPr>
          <a:xfrm>
            <a:off x="-11225189" y="-1"/>
            <a:ext cx="11018865" cy="32918401"/>
            <a:chOff x="-11225189" y="-1"/>
            <a:chExt cx="11018865" cy="32918401"/>
          </a:xfrm>
        </p:grpSpPr>
        <p:sp>
          <p:nvSpPr>
            <p:cNvPr id="31" name="Rectangle 30"/>
            <p:cNvSpPr/>
            <p:nvPr/>
          </p:nvSpPr>
          <p:spPr>
            <a:xfrm>
              <a:off x="-11216136" y="-1"/>
              <a:ext cx="11009812" cy="32918401"/>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marL="0" marR="0" indent="0" algn="ctr" defTabSz="1518341" rtl="0" eaLnBrk="1" fontAlgn="auto" latinLnBrk="0" hangingPunct="1">
                <a:lnSpc>
                  <a:spcPct val="100000"/>
                </a:lnSpc>
                <a:spcBef>
                  <a:spcPts val="0"/>
                </a:spcBef>
                <a:spcAft>
                  <a:spcPts val="0"/>
                </a:spcAft>
                <a:buClrTx/>
                <a:buSzTx/>
                <a:buFontTx/>
                <a:buNone/>
                <a:tabLst/>
                <a:defRPr/>
              </a:pPr>
              <a:r>
                <a:rPr lang="en-US" sz="3200" b="1" spc="0" dirty="0">
                  <a:solidFill>
                    <a:srgbClr val="FF0000"/>
                  </a:solidFill>
                  <a:latin typeface="Trebuchet MS" pitchFamily="34" charset="0"/>
                </a:rPr>
                <a:t>(—THIS SIDEBAR DOES NOT PRINT—)</a:t>
              </a:r>
              <a:endParaRPr lang="en-US" sz="3200" b="1" spc="600" dirty="0">
                <a:solidFill>
                  <a:schemeClr val="bg1"/>
                </a:solidFill>
                <a:latin typeface="Trebuchet MS" pitchFamily="34" charset="0"/>
              </a:endParaRPr>
            </a:p>
            <a:p>
              <a:pPr algn="ctr"/>
              <a:r>
                <a:rPr lang="en-US" sz="4000" b="1" spc="600" dirty="0">
                  <a:solidFill>
                    <a:schemeClr val="bg1"/>
                  </a:solidFill>
                  <a:latin typeface="Trebuchet MS" pitchFamily="34" charset="0"/>
                </a:rPr>
                <a:t>DESIGN</a:t>
              </a:r>
              <a:r>
                <a:rPr lang="en-US" sz="4000" b="1" spc="600" baseline="0" dirty="0">
                  <a:solidFill>
                    <a:schemeClr val="bg1"/>
                  </a:solidFill>
                  <a:latin typeface="Trebuchet MS" pitchFamily="34" charset="0"/>
                </a:rPr>
                <a:t> </a:t>
              </a:r>
              <a:r>
                <a:rPr lang="en-US" sz="4000" b="1" spc="600" dirty="0">
                  <a:solidFill>
                    <a:schemeClr val="bg1"/>
                  </a:solidFill>
                  <a:latin typeface="Trebuchet MS" pitchFamily="34" charset="0"/>
                </a:rPr>
                <a:t>GUIDE</a:t>
              </a:r>
            </a:p>
            <a:p>
              <a:pPr algn="ctr"/>
              <a:endParaRPr lang="en-US" sz="2800" b="1" dirty="0">
                <a:latin typeface="Trebuchet MS" pitchFamily="34" charset="0"/>
              </a:endParaRPr>
            </a:p>
            <a:p>
              <a:pPr defTabSz="3765639"/>
              <a:r>
                <a:rPr lang="en-US" sz="2800" i="0" dirty="0">
                  <a:latin typeface="Trebuchet MS" pitchFamily="34" charset="0"/>
                </a:rPr>
                <a:t>This PowerPoint</a:t>
              </a:r>
              <a:r>
                <a:rPr lang="en-US" sz="2800" i="0" baseline="0" dirty="0">
                  <a:latin typeface="Trebuchet MS" pitchFamily="34" charset="0"/>
                </a:rPr>
                <a:t> </a:t>
              </a:r>
              <a:r>
                <a:rPr lang="en-US" sz="2800" i="0" dirty="0">
                  <a:latin typeface="Trebuchet MS" pitchFamily="34" charset="0"/>
                </a:rPr>
                <a:t>2007 template produces</a:t>
              </a:r>
              <a:r>
                <a:rPr lang="en-US" sz="2800" i="0" baseline="0" dirty="0">
                  <a:latin typeface="Trebuchet MS" pitchFamily="34" charset="0"/>
                </a:rPr>
                <a:t> </a:t>
              </a:r>
              <a:r>
                <a:rPr lang="en-US" sz="2800" i="0" dirty="0">
                  <a:latin typeface="Trebuchet MS" pitchFamily="34" charset="0"/>
                </a:rPr>
                <a:t>a 36”x48” presentation poster. </a:t>
              </a:r>
              <a:r>
                <a:rPr lang="en-US" sz="2800" dirty="0">
                  <a:latin typeface="Trebuchet MS" pitchFamily="34" charset="0"/>
                </a:rPr>
                <a:t>You</a:t>
              </a:r>
              <a:r>
                <a:rPr lang="en-US" sz="2800" baseline="0" dirty="0">
                  <a:latin typeface="Trebuchet MS" pitchFamily="34" charset="0"/>
                </a:rPr>
                <a:t> can u</a:t>
              </a:r>
              <a:r>
                <a:rPr lang="en-US" sz="2800" dirty="0">
                  <a:latin typeface="Trebuchet MS" pitchFamily="34" charset="0"/>
                </a:rPr>
                <a:t>se</a:t>
              </a:r>
              <a:r>
                <a:rPr lang="en-US" sz="2800" baseline="0" dirty="0">
                  <a:latin typeface="Trebuchet MS" pitchFamily="34" charset="0"/>
                </a:rPr>
                <a:t> it to create your research poster and </a:t>
              </a:r>
              <a:r>
                <a:rPr lang="en-US" sz="2800" dirty="0">
                  <a:latin typeface="Trebuchet MS" pitchFamily="34" charset="0"/>
                </a:rPr>
                <a:t>save valuable time placing titles, subtitles,</a:t>
              </a:r>
              <a:r>
                <a:rPr lang="en-US" sz="2800" baseline="0" dirty="0">
                  <a:latin typeface="Trebuchet MS" pitchFamily="34" charset="0"/>
                </a:rPr>
                <a:t> text, and graphics</a:t>
              </a:r>
              <a:r>
                <a:rPr lang="en-US" sz="2800" dirty="0">
                  <a:latin typeface="Trebuchet MS" pitchFamily="34" charset="0"/>
                </a:rPr>
                <a:t>. </a:t>
              </a:r>
            </a:p>
            <a:p>
              <a:pPr defTabSz="3765639"/>
              <a:endParaRPr lang="en-US" sz="2800" dirty="0">
                <a:latin typeface="Trebuchet MS" pitchFamily="34" charset="0"/>
              </a:endParaRPr>
            </a:p>
            <a:p>
              <a:pPr defTabSz="4389219"/>
              <a:r>
                <a:rPr lang="en-US" sz="2800" dirty="0">
                  <a:latin typeface="Trebuchet MS" pitchFamily="34" charset="0"/>
                </a:rPr>
                <a:t>We provide a series of online tutorials that will guide you through the poster design process and answer your poster production questions. To view our template tutorials, go online to </a:t>
              </a:r>
              <a:r>
                <a:rPr lang="en-US" sz="2800" b="1" dirty="0">
                  <a:solidFill>
                    <a:srgbClr val="FFC000"/>
                  </a:solidFill>
                  <a:latin typeface="Trebuchet MS" pitchFamily="34" charset="0"/>
                </a:rPr>
                <a:t>PosterPresentations.com</a:t>
              </a:r>
              <a:r>
                <a:rPr lang="en-US" sz="2800" b="1" dirty="0">
                  <a:solidFill>
                    <a:schemeClr val="bg1"/>
                  </a:solidFill>
                  <a:latin typeface="Trebuchet MS" pitchFamily="34" charset="0"/>
                </a:rPr>
                <a:t> </a:t>
              </a:r>
              <a:r>
                <a:rPr lang="en-US" sz="2800" dirty="0">
                  <a:solidFill>
                    <a:schemeClr val="bg1"/>
                  </a:solidFill>
                  <a:latin typeface="Trebuchet MS" pitchFamily="34" charset="0"/>
                </a:rPr>
                <a:t>and click on HELP DESK.</a:t>
              </a:r>
            </a:p>
            <a:p>
              <a:pPr defTabSz="4389219"/>
              <a:endParaRPr lang="en-US" sz="2800" dirty="0">
                <a:latin typeface="Trebuchet MS" pitchFamily="34" charset="0"/>
              </a:endParaRPr>
            </a:p>
            <a:p>
              <a:pPr defTabSz="4389219"/>
              <a:r>
                <a:rPr lang="en-US" sz="2800" dirty="0">
                  <a:solidFill>
                    <a:schemeClr val="bg1"/>
                  </a:solidFill>
                  <a:latin typeface="Trebuchet MS" pitchFamily="34" charset="0"/>
                </a:rPr>
                <a:t>When</a:t>
              </a:r>
              <a:r>
                <a:rPr lang="en-US" sz="2800" baseline="0" dirty="0">
                  <a:solidFill>
                    <a:schemeClr val="bg1"/>
                  </a:solidFill>
                  <a:latin typeface="Trebuchet MS" pitchFamily="34" charset="0"/>
                </a:rPr>
                <a:t> you are ready to print your poster</a:t>
              </a:r>
              <a:r>
                <a:rPr lang="en-US" sz="2800" dirty="0">
                  <a:solidFill>
                    <a:schemeClr val="bg1"/>
                  </a:solidFill>
                  <a:latin typeface="Trebuchet MS" pitchFamily="34" charset="0"/>
                </a:rPr>
                <a:t>,</a:t>
              </a:r>
              <a:r>
                <a:rPr lang="en-US" sz="2800" baseline="0" dirty="0">
                  <a:solidFill>
                    <a:schemeClr val="bg1"/>
                  </a:solidFill>
                  <a:latin typeface="Trebuchet MS" pitchFamily="34" charset="0"/>
                </a:rPr>
                <a:t> go online to </a:t>
              </a:r>
              <a:r>
                <a:rPr lang="en-US" sz="2800" b="0" dirty="0">
                  <a:solidFill>
                    <a:schemeClr val="bg1"/>
                  </a:solidFill>
                  <a:latin typeface="Trebuchet MS" pitchFamily="34" charset="0"/>
                </a:rPr>
                <a:t>PosterPresentations.com</a:t>
              </a:r>
              <a:br>
                <a:rPr lang="en-US" sz="2800" dirty="0">
                  <a:solidFill>
                    <a:schemeClr val="bg1"/>
                  </a:solidFill>
                  <a:latin typeface="Trebuchet MS" pitchFamily="34" charset="0"/>
                </a:rPr>
              </a:br>
              <a:endParaRPr lang="en-US" sz="2800" dirty="0">
                <a:solidFill>
                  <a:schemeClr val="bg1"/>
                </a:solidFill>
                <a:latin typeface="Trebuchet MS" pitchFamily="34" charset="0"/>
              </a:endParaRPr>
            </a:p>
            <a:p>
              <a:pPr algn="l" defTabSz="3765639"/>
              <a:r>
                <a:rPr lang="en-US" sz="2800" b="0" dirty="0">
                  <a:solidFill>
                    <a:schemeClr val="bg1"/>
                  </a:solidFill>
                  <a:latin typeface="Trebuchet MS" pitchFamily="34" charset="0"/>
                </a:rPr>
                <a:t>Need</a:t>
              </a:r>
              <a:r>
                <a:rPr lang="en-US" sz="2800" b="0" baseline="0" dirty="0">
                  <a:solidFill>
                    <a:schemeClr val="bg1"/>
                  </a:solidFill>
                  <a:latin typeface="Trebuchet MS" pitchFamily="34" charset="0"/>
                </a:rPr>
                <a:t> assistance? Call us at </a:t>
              </a:r>
              <a:r>
                <a:rPr lang="en-US" sz="2800" b="0" dirty="0">
                  <a:solidFill>
                    <a:srgbClr val="FFC000"/>
                  </a:solidFill>
                  <a:latin typeface="Trebuchet MS" pitchFamily="34" charset="0"/>
                </a:rPr>
                <a:t>1.510.649.3001</a:t>
              </a:r>
            </a:p>
            <a:p>
              <a:pPr algn="l" defTabSz="3765639"/>
              <a:endParaRPr lang="en-US" sz="3600" b="1" dirty="0">
                <a:solidFill>
                  <a:srgbClr val="FFFF00"/>
                </a:solidFill>
                <a:latin typeface="Trebuchet MS" pitchFamily="34" charset="0"/>
              </a:endParaRPr>
            </a:p>
            <a:p>
              <a:pPr algn="ctr"/>
              <a:endParaRPr lang="en-US" sz="2400" b="1" dirty="0">
                <a:solidFill>
                  <a:schemeClr val="bg1"/>
                </a:solidFill>
                <a:latin typeface="Trebuchet MS" pitchFamily="34" charset="0"/>
              </a:endParaRPr>
            </a:p>
            <a:p>
              <a:pPr algn="ctr"/>
              <a:r>
                <a:rPr lang="en-US" sz="4000" b="1" spc="600" dirty="0">
                  <a:solidFill>
                    <a:schemeClr val="bg1"/>
                  </a:solidFill>
                  <a:latin typeface="Trebuchet MS" pitchFamily="34" charset="0"/>
                </a:rPr>
                <a:t>QUICK START</a:t>
              </a:r>
            </a:p>
            <a:p>
              <a:pPr algn="ctr"/>
              <a:endParaRPr lang="en-US" sz="3200" b="1" baseline="0" dirty="0">
                <a:solidFill>
                  <a:schemeClr val="bg1"/>
                </a:solidFill>
                <a:latin typeface="Trebuchet MS" pitchFamily="34" charset="0"/>
              </a:endParaRPr>
            </a:p>
            <a:p>
              <a:pPr algn="ctr"/>
              <a:r>
                <a:rPr lang="en-US" sz="3200" b="1" baseline="0" dirty="0">
                  <a:solidFill>
                    <a:srgbClr val="FFC000"/>
                  </a:solidFill>
                  <a:latin typeface="Trebuchet MS" pitchFamily="34" charset="0"/>
                </a:rPr>
                <a:t>Zoom in and out</a:t>
              </a:r>
            </a:p>
            <a:p>
              <a:pPr marL="1892300" indent="-1892300" algn="l" defTabSz="850900"/>
              <a:r>
                <a:rPr lang="en-US" sz="2400" b="0" baseline="0" dirty="0">
                  <a:solidFill>
                    <a:schemeClr val="bg1"/>
                  </a:solidFill>
                  <a:latin typeface="Trebuchet MS" pitchFamily="34" charset="0"/>
                </a:rPr>
                <a:t>	</a:t>
              </a:r>
              <a:r>
                <a:rPr lang="en-US" sz="2400" b="0" baseline="0" dirty="0">
                  <a:solidFill>
                    <a:schemeClr val="bg1">
                      <a:lumMod val="75000"/>
                    </a:schemeClr>
                  </a:solidFill>
                  <a:latin typeface="Trebuchet MS" pitchFamily="34" charset="0"/>
                </a:rPr>
                <a:t>As you work on your poster zoom in and out to the level that is more comfortable to you. </a:t>
              </a:r>
            </a:p>
            <a:p>
              <a:pPr marL="1892300" indent="-1892300" algn="l" defTabSz="850900"/>
              <a:r>
                <a:rPr lang="en-US" sz="2400" b="1" baseline="0" dirty="0">
                  <a:solidFill>
                    <a:schemeClr val="bg1">
                      <a:lumMod val="75000"/>
                    </a:schemeClr>
                  </a:solidFill>
                  <a:latin typeface="Trebuchet MS" pitchFamily="34" charset="0"/>
                </a:rPr>
                <a:t>	</a:t>
              </a:r>
              <a:r>
                <a:rPr lang="en-US" sz="2400" b="0" baseline="0" dirty="0">
                  <a:solidFill>
                    <a:schemeClr val="bg1">
                      <a:lumMod val="75000"/>
                    </a:schemeClr>
                  </a:solidFill>
                  <a:latin typeface="Trebuchet MS" pitchFamily="34" charset="0"/>
                </a:rPr>
                <a:t>Go to VIEW &gt; ZOOM.</a:t>
              </a:r>
            </a:p>
            <a:p>
              <a:pPr algn="l"/>
              <a:endParaRPr lang="en-US" sz="2800" b="0" baseline="0" dirty="0">
                <a:solidFill>
                  <a:schemeClr val="bg1"/>
                </a:solidFill>
                <a:latin typeface="Trebuchet MS" pitchFamily="34" charset="0"/>
              </a:endParaRPr>
            </a:p>
            <a:p>
              <a:pPr algn="ctr"/>
              <a:r>
                <a:rPr lang="en-US" sz="3200" b="1" baseline="0" dirty="0">
                  <a:solidFill>
                    <a:srgbClr val="FFC000"/>
                  </a:solidFill>
                  <a:latin typeface="Trebuchet MS" pitchFamily="34" charset="0"/>
                </a:rPr>
                <a:t>Title, Authors, and Affiliations</a:t>
              </a:r>
            </a:p>
            <a:p>
              <a:pPr algn="l"/>
              <a:r>
                <a:rPr lang="en-US" sz="2400" b="0" baseline="0" dirty="0">
                  <a:solidFill>
                    <a:schemeClr val="bg1">
                      <a:lumMod val="75000"/>
                    </a:schemeClr>
                  </a:solidFill>
                  <a:latin typeface="Trebuchet MS" pitchFamily="34" charset="0"/>
                </a:rPr>
                <a:t>Start designing your poster by adding the title, the names of the authors, and the affiliated institutions. </a:t>
              </a:r>
              <a:r>
                <a:rPr lang="en-US" sz="2400" b="0" spc="0" baseline="0" dirty="0">
                  <a:solidFill>
                    <a:schemeClr val="bg1">
                      <a:lumMod val="75000"/>
                    </a:schemeClr>
                  </a:solidFill>
                  <a:latin typeface="Trebuchet MS" pitchFamily="34" charset="0"/>
                </a:rPr>
                <a:t>You can type or paste text into the provided boxes. The template will automatically adjust the size of your text to fit the title box. You can manually override this feature and change the size of your text. </a:t>
              </a:r>
            </a:p>
            <a:p>
              <a:pPr algn="l"/>
              <a:endParaRPr lang="en-US" sz="2400" b="0" spc="0" baseline="0" dirty="0">
                <a:solidFill>
                  <a:schemeClr val="bg1">
                    <a:lumMod val="75000"/>
                  </a:schemeClr>
                </a:solidFill>
                <a:latin typeface="Trebuchet MS" pitchFamily="34" charset="0"/>
              </a:endParaRPr>
            </a:p>
            <a:p>
              <a:pPr algn="l"/>
              <a:r>
                <a:rPr lang="en-US" sz="2400" b="1" spc="300" baseline="0" dirty="0">
                  <a:solidFill>
                    <a:srgbClr val="FFC000"/>
                  </a:solidFill>
                  <a:latin typeface="Trebuchet MS" pitchFamily="34" charset="0"/>
                </a:rPr>
                <a:t>TIP</a:t>
              </a:r>
              <a:r>
                <a:rPr lang="en-US" sz="2400" b="1" baseline="0" dirty="0">
                  <a:solidFill>
                    <a:srgbClr val="FFC000"/>
                  </a:solidFill>
                  <a:latin typeface="Trebuchet MS" pitchFamily="34" charset="0"/>
                </a:rPr>
                <a:t>: </a:t>
              </a:r>
              <a:r>
                <a:rPr lang="en-US" sz="2400" b="0" baseline="0" dirty="0">
                  <a:solidFill>
                    <a:schemeClr val="bg1">
                      <a:lumMod val="75000"/>
                    </a:schemeClr>
                  </a:solidFill>
                  <a:latin typeface="Trebuchet MS" pitchFamily="34" charset="0"/>
                </a:rPr>
                <a:t>The font size of your title should be bigger than your name(s) and institution name(s).</a:t>
              </a:r>
            </a:p>
            <a:p>
              <a:pPr algn="l"/>
              <a:br>
                <a:rPr lang="en-US" sz="2800" b="1" baseline="0" dirty="0">
                  <a:solidFill>
                    <a:schemeClr val="bg1"/>
                  </a:solidFill>
                  <a:latin typeface="Trebuchet MS" pitchFamily="34" charset="0"/>
                </a:rPr>
              </a:br>
              <a:endParaRPr lang="en-US" sz="2800" b="1" dirty="0">
                <a:solidFill>
                  <a:schemeClr val="bg1"/>
                </a:solidFill>
                <a:latin typeface="Trebuchet MS" pitchFamily="34" charset="0"/>
              </a:endParaRPr>
            </a:p>
            <a:p>
              <a:pPr algn="ctr"/>
              <a:endParaRPr lang="en-US" sz="2800" b="1" dirty="0">
                <a:solidFill>
                  <a:srgbClr val="FFC000"/>
                </a:solidFill>
                <a:latin typeface="Trebuchet MS" pitchFamily="34" charset="0"/>
              </a:endParaRPr>
            </a:p>
            <a:p>
              <a:pPr algn="ctr"/>
              <a:endParaRPr lang="en-US" sz="2800" b="1" dirty="0">
                <a:solidFill>
                  <a:srgbClr val="FFC000"/>
                </a:solidFill>
                <a:latin typeface="Trebuchet MS" pitchFamily="34" charset="0"/>
              </a:endParaRPr>
            </a:p>
            <a:p>
              <a:pPr algn="ctr"/>
              <a:r>
                <a:rPr lang="en-US" sz="3200" b="1" dirty="0">
                  <a:solidFill>
                    <a:srgbClr val="FFC000"/>
                  </a:solidFill>
                  <a:latin typeface="Trebuchet MS" pitchFamily="34" charset="0"/>
                </a:rPr>
                <a:t>Adding Logos</a:t>
              </a:r>
              <a:r>
                <a:rPr lang="en-US" sz="3200" b="1" baseline="0" dirty="0">
                  <a:solidFill>
                    <a:srgbClr val="FFC000"/>
                  </a:solidFill>
                  <a:latin typeface="Trebuchet MS" pitchFamily="34" charset="0"/>
                </a:rPr>
                <a:t> / Seals</a:t>
              </a:r>
            </a:p>
            <a:p>
              <a:pPr algn="l"/>
              <a:r>
                <a:rPr lang="en-US" sz="2400" b="0" baseline="0" dirty="0">
                  <a:solidFill>
                    <a:schemeClr val="bg1">
                      <a:lumMod val="75000"/>
                    </a:schemeClr>
                  </a:solidFill>
                  <a:latin typeface="Trebuchet MS" pitchFamily="34" charset="0"/>
                </a:rPr>
                <a:t>Most often, logos are added on each side of the title. You can insert a logo by dragging and dropping it from your desktop, copy and paste or by going to INSERT &gt; PICTURES. Logos taken from web sites are likely to be low quality when printed. Zoom it at 100% to see what the logo will look like on the final poster and make any necessary adjustments.  </a:t>
              </a:r>
            </a:p>
            <a:p>
              <a:pPr algn="l"/>
              <a:endParaRPr lang="en-US" sz="2400" b="0" spc="300" baseline="0" dirty="0">
                <a:solidFill>
                  <a:schemeClr val="bg1">
                    <a:lumMod val="75000"/>
                  </a:schemeClr>
                </a:solidFill>
                <a:latin typeface="Trebuchet MS" pitchFamily="34" charset="0"/>
              </a:endParaRPr>
            </a:p>
            <a:p>
              <a:pPr algn="l"/>
              <a:r>
                <a:rPr lang="en-US" sz="2400" b="1" spc="300" baseline="0" dirty="0">
                  <a:solidFill>
                    <a:srgbClr val="FFC000"/>
                  </a:solidFill>
                  <a:latin typeface="Trebuchet MS" pitchFamily="34" charset="0"/>
                </a:rPr>
                <a:t>TIP:</a:t>
              </a:r>
              <a:r>
                <a:rPr lang="en-US" sz="2400" b="1" spc="0" baseline="0" dirty="0">
                  <a:solidFill>
                    <a:srgbClr val="FFC000"/>
                  </a:solidFill>
                  <a:latin typeface="Trebuchet MS" pitchFamily="34" charset="0"/>
                </a:rPr>
                <a:t> </a:t>
              </a:r>
              <a:r>
                <a:rPr lang="en-US" sz="2400" b="0" baseline="0" dirty="0">
                  <a:solidFill>
                    <a:schemeClr val="bg1">
                      <a:lumMod val="75000"/>
                    </a:schemeClr>
                  </a:solidFill>
                  <a:latin typeface="Trebuchet MS" pitchFamily="34" charset="0"/>
                </a:rPr>
                <a:t>See if your school’s logo is available on our free poster templates page.</a:t>
              </a:r>
            </a:p>
            <a:p>
              <a:pPr algn="l"/>
              <a:endParaRPr lang="en-US" sz="2400" b="0" baseline="0" dirty="0">
                <a:latin typeface="Trebuchet MS" pitchFamily="34" charset="0"/>
              </a:endParaRPr>
            </a:p>
            <a:p>
              <a:pPr algn="ctr"/>
              <a:r>
                <a:rPr lang="en-US" sz="3200" b="1" baseline="0" dirty="0">
                  <a:solidFill>
                    <a:srgbClr val="FFC000"/>
                  </a:solidFill>
                  <a:latin typeface="Trebuchet MS" pitchFamily="34" charset="0"/>
                </a:rPr>
                <a:t>Photographs / Graphics</a:t>
              </a:r>
            </a:p>
            <a:p>
              <a:pPr algn="l" defTabSz="977900"/>
              <a:r>
                <a:rPr lang="en-US" sz="2400" b="0" baseline="0" dirty="0">
                  <a:solidFill>
                    <a:schemeClr val="bg1">
                      <a:lumMod val="75000"/>
                    </a:schemeClr>
                  </a:solidFill>
                  <a:latin typeface="Trebuchet MS" pitchFamily="34" charset="0"/>
                </a:rPr>
                <a:t>You can add images by dragging and dropping from your desktop, copy and paste, or by going to INSERT &gt; PICTURES. Resize images proportionally by holding down the SHIFT key and dragging one of the corner handles. For a professional-looking poster, do not distort your images by enlarging them </a:t>
              </a:r>
              <a:r>
                <a:rPr lang="en-US" sz="2400" b="0" spc="0" baseline="0" dirty="0">
                  <a:solidFill>
                    <a:schemeClr val="bg1">
                      <a:lumMod val="75000"/>
                    </a:schemeClr>
                  </a:solidFill>
                  <a:latin typeface="Trebuchet MS" pitchFamily="34" charset="0"/>
                </a:rPr>
                <a:t>disproportionally.</a:t>
              </a:r>
            </a:p>
            <a:p>
              <a:pPr algn="l" defTabSz="977900"/>
              <a:endParaRPr lang="en-US" sz="2400" b="0" baseline="0" dirty="0">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r>
                <a:rPr lang="en-US" sz="3200" b="1" baseline="0" dirty="0">
                  <a:solidFill>
                    <a:srgbClr val="FFC000"/>
                  </a:solidFill>
                  <a:latin typeface="Trebuchet MS" pitchFamily="34" charset="0"/>
                </a:rPr>
                <a:t>Image Quality Check</a:t>
              </a:r>
            </a:p>
            <a:p>
              <a:pPr lvl="0" algn="l" defTabSz="977900"/>
              <a:r>
                <a:rPr lang="en-US" sz="2400" b="0" baseline="0" dirty="0">
                  <a:solidFill>
                    <a:schemeClr val="bg1">
                      <a:lumMod val="75000"/>
                    </a:schemeClr>
                  </a:solidFill>
                  <a:latin typeface="Trebuchet MS" pitchFamily="34" charset="0"/>
                </a:rPr>
                <a:t>Zoom in and look at your images at 100% magnification. If they look good they will print well. </a:t>
              </a:r>
              <a:endParaRPr lang="en-US" sz="2800" b="0" dirty="0">
                <a:latin typeface="Trebuchet MS" pitchFamily="34" charset="0"/>
              </a:endParaRPr>
            </a:p>
          </p:txBody>
        </p:sp>
        <p:cxnSp>
          <p:nvCxnSpPr>
            <p:cNvPr id="32" name="Straight Connector 31"/>
            <p:cNvCxnSpPr/>
            <p:nvPr/>
          </p:nvCxnSpPr>
          <p:spPr>
            <a:xfrm>
              <a:off x="-11225189" y="8422500"/>
              <a:ext cx="10999746" cy="3341"/>
            </a:xfrm>
            <a:prstGeom prst="line">
              <a:avLst/>
            </a:prstGeom>
            <a:ln>
              <a:solidFill>
                <a:srgbClr val="FFC000"/>
              </a:solidFill>
            </a:ln>
          </p:spPr>
          <p:style>
            <a:lnRef idx="1">
              <a:schemeClr val="accent1"/>
            </a:lnRef>
            <a:fillRef idx="0">
              <a:schemeClr val="accent1"/>
            </a:fillRef>
            <a:effectRef idx="0">
              <a:schemeClr val="accent1"/>
            </a:effectRef>
            <a:fontRef idx="minor">
              <a:schemeClr val="tx1"/>
            </a:fontRef>
          </p:style>
        </p:cxnSp>
        <p:pic>
          <p:nvPicPr>
            <p:cNvPr id="36" name="Picture 35"/>
            <p:cNvPicPr>
              <a:picLocks noChangeAspect="1"/>
            </p:cNvPicPr>
            <p:nvPr userDrawn="1"/>
          </p:nvPicPr>
          <p:blipFill>
            <a:blip r:embed="rId3"/>
            <a:stretch>
              <a:fillRect/>
            </a:stretch>
          </p:blipFill>
          <p:spPr>
            <a:xfrm>
              <a:off x="-10740740" y="10261718"/>
              <a:ext cx="1597666" cy="1201935"/>
            </a:xfrm>
            <a:prstGeom prst="rect">
              <a:avLst/>
            </a:prstGeom>
          </p:spPr>
        </p:pic>
        <p:pic>
          <p:nvPicPr>
            <p:cNvPr id="37" name="Picture 36"/>
            <p:cNvPicPr>
              <a:picLocks noChangeAspect="1"/>
            </p:cNvPicPr>
            <p:nvPr userDrawn="1"/>
          </p:nvPicPr>
          <p:blipFill>
            <a:blip r:embed="rId4"/>
            <a:stretch>
              <a:fillRect/>
            </a:stretch>
          </p:blipFill>
          <p:spPr>
            <a:xfrm>
              <a:off x="-10732765" y="15696927"/>
              <a:ext cx="9986808" cy="1053596"/>
            </a:xfrm>
            <a:prstGeom prst="rect">
              <a:avLst/>
            </a:prstGeom>
          </p:spPr>
        </p:pic>
        <p:grpSp>
          <p:nvGrpSpPr>
            <p:cNvPr id="38" name="Group 37"/>
            <p:cNvGrpSpPr/>
            <p:nvPr userDrawn="1"/>
          </p:nvGrpSpPr>
          <p:grpSpPr>
            <a:xfrm>
              <a:off x="-9744993" y="23540957"/>
              <a:ext cx="7531182" cy="2120439"/>
              <a:chOff x="-4470427" y="11016658"/>
              <a:chExt cx="3470785" cy="974220"/>
            </a:xfrm>
          </p:grpSpPr>
          <p:grpSp>
            <p:nvGrpSpPr>
              <p:cNvPr id="46" name="Group 45"/>
              <p:cNvGrpSpPr/>
              <p:nvPr userDrawn="1"/>
            </p:nvGrpSpPr>
            <p:grpSpPr>
              <a:xfrm>
                <a:off x="-2783495" y="11060886"/>
                <a:ext cx="624431" cy="893535"/>
                <a:chOff x="-3958697" y="11117435"/>
                <a:chExt cx="779338" cy="1280430"/>
              </a:xfrm>
            </p:grpSpPr>
            <p:pic>
              <p:nvPicPr>
                <p:cNvPr id="52" name="Picture 51"/>
                <p:cNvPicPr>
                  <a:picLocks noChangeAspect="1"/>
                </p:cNvPicPr>
                <p:nvPr userDrawn="1"/>
              </p:nvPicPr>
              <p:blipFill>
                <a:blip r:embed="rId5"/>
                <a:stretch>
                  <a:fillRect/>
                </a:stretch>
              </p:blipFill>
              <p:spPr>
                <a:xfrm>
                  <a:off x="-3948160" y="11117435"/>
                  <a:ext cx="768801" cy="1090857"/>
                </a:xfrm>
                <a:prstGeom prst="rect">
                  <a:avLst/>
                </a:prstGeom>
              </p:spPr>
            </p:pic>
            <p:sp>
              <p:nvSpPr>
                <p:cNvPr id="53" name="TextBox 52"/>
                <p:cNvSpPr txBox="1"/>
                <p:nvPr userDrawn="1"/>
              </p:nvSpPr>
              <p:spPr>
                <a:xfrm>
                  <a:off x="-3958697" y="12114178"/>
                  <a:ext cx="779337" cy="283687"/>
                </a:xfrm>
                <a:prstGeom prst="rect">
                  <a:avLst/>
                </a:prstGeom>
                <a:solidFill>
                  <a:schemeClr val="accent1"/>
                </a:solidFill>
                <a:ln>
                  <a:noFill/>
                </a:ln>
              </p:spPr>
              <p:txBody>
                <a:bodyPr wrap="square" lIns="91440" tIns="91440" rIns="91440" bIns="91440" rtlCol="0">
                  <a:spAutoFit/>
                </a:bodyPr>
                <a:lstStyle/>
                <a:p>
                  <a:pPr algn="ctr"/>
                  <a:r>
                    <a:rPr lang="en-US" sz="1600" b="1" dirty="0">
                      <a:solidFill>
                        <a:schemeClr val="tx1"/>
                      </a:solidFill>
                    </a:rPr>
                    <a:t>ORIGINAL</a:t>
                  </a:r>
                </a:p>
              </p:txBody>
            </p:sp>
          </p:grpSp>
          <p:grpSp>
            <p:nvGrpSpPr>
              <p:cNvPr id="47" name="Group 46"/>
              <p:cNvGrpSpPr/>
              <p:nvPr userDrawn="1"/>
            </p:nvGrpSpPr>
            <p:grpSpPr>
              <a:xfrm>
                <a:off x="-2033159" y="11060889"/>
                <a:ext cx="1033517" cy="893529"/>
                <a:chOff x="-2921738" y="11200127"/>
                <a:chExt cx="1420279" cy="1227904"/>
              </a:xfrm>
            </p:grpSpPr>
            <p:pic>
              <p:nvPicPr>
                <p:cNvPr id="50" name="Picture 49"/>
                <p:cNvPicPr>
                  <a:picLocks noChangeAspect="1"/>
                </p:cNvPicPr>
                <p:nvPr userDrawn="1"/>
              </p:nvPicPr>
              <p:blipFill>
                <a:blip r:embed="rId5"/>
                <a:stretch>
                  <a:fillRect/>
                </a:stretch>
              </p:blipFill>
              <p:spPr>
                <a:xfrm>
                  <a:off x="-2921738" y="11200127"/>
                  <a:ext cx="1420279" cy="1029694"/>
                </a:xfrm>
                <a:prstGeom prst="rect">
                  <a:avLst/>
                </a:prstGeom>
              </p:spPr>
            </p:pic>
            <p:sp>
              <p:nvSpPr>
                <p:cNvPr id="51" name="TextBox 50"/>
                <p:cNvSpPr txBox="1"/>
                <p:nvPr userDrawn="1"/>
              </p:nvSpPr>
              <p:spPr>
                <a:xfrm>
                  <a:off x="-2918991" y="12175418"/>
                  <a:ext cx="1417532" cy="252613"/>
                </a:xfrm>
                <a:prstGeom prst="rect">
                  <a:avLst/>
                </a:prstGeom>
                <a:solidFill>
                  <a:srgbClr val="FF0000"/>
                </a:solidFill>
              </p:spPr>
              <p:txBody>
                <a:bodyPr wrap="square" lIns="457200" tIns="91440" rIns="457200" bIns="91440" rtlCol="0">
                  <a:spAutoFit/>
                </a:bodyPr>
                <a:lstStyle/>
                <a:p>
                  <a:pPr algn="ctr"/>
                  <a:r>
                    <a:rPr lang="en-US" sz="1400" b="1" dirty="0">
                      <a:solidFill>
                        <a:schemeClr val="bg1"/>
                      </a:solidFill>
                    </a:rPr>
                    <a:t>DISTORTED</a:t>
                  </a:r>
                  <a:endParaRPr lang="en-US" sz="700" b="1" dirty="0">
                    <a:solidFill>
                      <a:schemeClr val="bg1"/>
                    </a:solidFill>
                  </a:endParaRPr>
                </a:p>
              </p:txBody>
            </p:sp>
          </p:grpSp>
          <p:pic>
            <p:nvPicPr>
              <p:cNvPr id="48" name="Picture 47"/>
              <p:cNvPicPr>
                <a:picLocks noChangeAspect="1"/>
              </p:cNvPicPr>
              <p:nvPr userDrawn="1"/>
            </p:nvPicPr>
            <p:blipFill>
              <a:blip r:embed="rId6"/>
              <a:stretch>
                <a:fillRect/>
              </a:stretch>
            </p:blipFill>
            <p:spPr>
              <a:xfrm>
                <a:off x="-4470427" y="11016658"/>
                <a:ext cx="1098742" cy="847761"/>
              </a:xfrm>
              <a:prstGeom prst="rect">
                <a:avLst/>
              </a:prstGeom>
            </p:spPr>
          </p:pic>
          <p:sp>
            <p:nvSpPr>
              <p:cNvPr id="49" name="TextBox 48"/>
              <p:cNvSpPr txBox="1"/>
              <p:nvPr userDrawn="1"/>
            </p:nvSpPr>
            <p:spPr>
              <a:xfrm>
                <a:off x="-4440600" y="11665645"/>
                <a:ext cx="1035685" cy="325233"/>
              </a:xfrm>
              <a:prstGeom prst="rect">
                <a:avLst/>
              </a:prstGeom>
              <a:noFill/>
            </p:spPr>
            <p:txBody>
              <a:bodyPr wrap="square" lIns="457200" tIns="457200" rIns="457200" bIns="0" rtlCol="0">
                <a:spAutoFit/>
              </a:bodyPr>
              <a:lstStyle/>
              <a:p>
                <a:pPr algn="ctr"/>
                <a:r>
                  <a:rPr lang="en-US" sz="1600" dirty="0">
                    <a:solidFill>
                      <a:schemeClr val="bg1"/>
                    </a:solidFill>
                  </a:rPr>
                  <a:t>Corner</a:t>
                </a:r>
                <a:r>
                  <a:rPr lang="en-US" sz="1600" baseline="0" dirty="0">
                    <a:solidFill>
                      <a:schemeClr val="bg1"/>
                    </a:solidFill>
                  </a:rPr>
                  <a:t> handles</a:t>
                </a:r>
                <a:endParaRPr lang="en-US" sz="1600" dirty="0">
                  <a:solidFill>
                    <a:schemeClr val="bg1"/>
                  </a:solidFill>
                </a:endParaRPr>
              </a:p>
            </p:txBody>
          </p:sp>
        </p:grpSp>
        <p:grpSp>
          <p:nvGrpSpPr>
            <p:cNvPr id="39" name="Group 38"/>
            <p:cNvGrpSpPr/>
            <p:nvPr userDrawn="1"/>
          </p:nvGrpSpPr>
          <p:grpSpPr>
            <a:xfrm>
              <a:off x="-10398793" y="27751410"/>
              <a:ext cx="9323012" cy="2453251"/>
              <a:chOff x="-4754996" y="12734136"/>
              <a:chExt cx="4296559" cy="1127128"/>
            </a:xfrm>
          </p:grpSpPr>
          <p:graphicFrame>
            <p:nvGraphicFramePr>
              <p:cNvPr id="41" name="Object 40"/>
              <p:cNvGraphicFramePr>
                <a:graphicFrameLocks noChangeAspect="1"/>
              </p:cNvGraphicFramePr>
              <p:nvPr userDrawn="1">
                <p:extLst>
                  <p:ext uri="{D42A27DB-BD31-4B8C-83A1-F6EECF244321}">
                    <p14:modId xmlns:p14="http://schemas.microsoft.com/office/powerpoint/2010/main" val="2923600614"/>
                  </p:ext>
                </p:extLst>
              </p:nvPr>
            </p:nvGraphicFramePr>
            <p:xfrm>
              <a:off x="-4533347" y="12734142"/>
              <a:ext cx="1828800" cy="1117600"/>
            </p:xfrm>
            <a:graphic>
              <a:graphicData uri="http://schemas.openxmlformats.org/presentationml/2006/ole">
                <mc:AlternateContent xmlns:mc="http://schemas.openxmlformats.org/markup-compatibility/2006">
                  <mc:Choice xmlns:v="urn:schemas-microsoft-com:vml" Requires="v">
                    <p:oleObj name="Image" r:id="rId7" imgW="1828440" imgH="1117440" progId="Photoshop.Image.13">
                      <p:embed/>
                    </p:oleObj>
                  </mc:Choice>
                  <mc:Fallback>
                    <p:oleObj name="Image" r:id="rId7" imgW="1828440" imgH="1117440" progId="Photoshop.Image.13">
                      <p:embed/>
                      <p:pic>
                        <p:nvPicPr>
                          <p:cNvPr id="41" name="Object 40"/>
                          <p:cNvPicPr/>
                          <p:nvPr/>
                        </p:nvPicPr>
                        <p:blipFill>
                          <a:blip r:embed="rId8"/>
                          <a:stretch>
                            <a:fillRect/>
                          </a:stretch>
                        </p:blipFill>
                        <p:spPr>
                          <a:xfrm>
                            <a:off x="-4533347" y="12734142"/>
                            <a:ext cx="1828800" cy="1117600"/>
                          </a:xfrm>
                          <a:prstGeom prst="rect">
                            <a:avLst/>
                          </a:prstGeom>
                        </p:spPr>
                      </p:pic>
                    </p:oleObj>
                  </mc:Fallback>
                </mc:AlternateContent>
              </a:graphicData>
            </a:graphic>
          </p:graphicFrame>
          <p:graphicFrame>
            <p:nvGraphicFramePr>
              <p:cNvPr id="43" name="Object 42"/>
              <p:cNvGraphicFramePr>
                <a:graphicFrameLocks noChangeAspect="1"/>
              </p:cNvGraphicFramePr>
              <p:nvPr userDrawn="1">
                <p:extLst>
                  <p:ext uri="{D42A27DB-BD31-4B8C-83A1-F6EECF244321}">
                    <p14:modId xmlns:p14="http://schemas.microsoft.com/office/powerpoint/2010/main" val="3743875991"/>
                  </p:ext>
                </p:extLst>
              </p:nvPr>
            </p:nvGraphicFramePr>
            <p:xfrm>
              <a:off x="-2456641" y="12737835"/>
              <a:ext cx="1828800" cy="1117600"/>
            </p:xfrm>
            <a:graphic>
              <a:graphicData uri="http://schemas.openxmlformats.org/presentationml/2006/ole">
                <mc:AlternateContent xmlns:mc="http://schemas.openxmlformats.org/markup-compatibility/2006">
                  <mc:Choice xmlns:v="urn:schemas-microsoft-com:vml" Requires="v">
                    <p:oleObj name="Image" r:id="rId9" imgW="1828440" imgH="1117440" progId="Photoshop.Image.13">
                      <p:embed/>
                    </p:oleObj>
                  </mc:Choice>
                  <mc:Fallback>
                    <p:oleObj name="Image" r:id="rId9" imgW="1828440" imgH="1117440" progId="Photoshop.Image.13">
                      <p:embed/>
                      <p:pic>
                        <p:nvPicPr>
                          <p:cNvPr id="43" name="Object 42"/>
                          <p:cNvPicPr/>
                          <p:nvPr/>
                        </p:nvPicPr>
                        <p:blipFill>
                          <a:blip r:embed="rId10"/>
                          <a:stretch>
                            <a:fillRect/>
                          </a:stretch>
                        </p:blipFill>
                        <p:spPr>
                          <a:xfrm>
                            <a:off x="-2456641" y="12737835"/>
                            <a:ext cx="1828800" cy="1117600"/>
                          </a:xfrm>
                          <a:prstGeom prst="rect">
                            <a:avLst/>
                          </a:prstGeom>
                        </p:spPr>
                      </p:pic>
                    </p:oleObj>
                  </mc:Fallback>
                </mc:AlternateContent>
              </a:graphicData>
            </a:graphic>
          </p:graphicFrame>
          <p:sp>
            <p:nvSpPr>
              <p:cNvPr id="44" name="TextBox 43"/>
              <p:cNvSpPr txBox="1"/>
              <p:nvPr userDrawn="1"/>
            </p:nvSpPr>
            <p:spPr>
              <a:xfrm rot="16200000">
                <a:off x="-5235785" y="13214925"/>
                <a:ext cx="1117601" cy="156024"/>
              </a:xfrm>
              <a:prstGeom prst="rect">
                <a:avLst/>
              </a:prstGeom>
              <a:noFill/>
            </p:spPr>
            <p:txBody>
              <a:bodyPr wrap="square" lIns="91440" tIns="91440" rIns="91440" bIns="0" rtlCol="0">
                <a:spAutoFit/>
              </a:bodyPr>
              <a:lstStyle/>
              <a:p>
                <a:pPr algn="ctr"/>
                <a:r>
                  <a:rPr lang="en-US" sz="1600" dirty="0">
                    <a:solidFill>
                      <a:srgbClr val="92D050"/>
                    </a:solidFill>
                  </a:rPr>
                  <a:t>Good</a:t>
                </a:r>
                <a:r>
                  <a:rPr lang="en-US" sz="1600" baseline="0" dirty="0">
                    <a:solidFill>
                      <a:srgbClr val="92D050"/>
                    </a:solidFill>
                  </a:rPr>
                  <a:t> </a:t>
                </a:r>
                <a:r>
                  <a:rPr lang="en-US" sz="1600" baseline="0" dirty="0">
                    <a:solidFill>
                      <a:schemeClr val="bg1"/>
                    </a:solidFill>
                  </a:rPr>
                  <a:t>printing quality</a:t>
                </a:r>
                <a:endParaRPr lang="en-US" sz="1600" dirty="0">
                  <a:solidFill>
                    <a:schemeClr val="bg1"/>
                  </a:solidFill>
                </a:endParaRPr>
              </a:p>
            </p:txBody>
          </p:sp>
          <p:sp>
            <p:nvSpPr>
              <p:cNvPr id="45" name="TextBox 44"/>
              <p:cNvSpPr txBox="1"/>
              <p:nvPr userDrawn="1"/>
            </p:nvSpPr>
            <p:spPr>
              <a:xfrm rot="16200000">
                <a:off x="-1095250" y="13224452"/>
                <a:ext cx="1117601" cy="156024"/>
              </a:xfrm>
              <a:prstGeom prst="rect">
                <a:avLst/>
              </a:prstGeom>
              <a:noFill/>
            </p:spPr>
            <p:txBody>
              <a:bodyPr wrap="square" lIns="91440" tIns="91440" rIns="91440" bIns="0" rtlCol="0">
                <a:spAutoFit/>
              </a:bodyPr>
              <a:lstStyle/>
              <a:p>
                <a:pPr algn="ctr"/>
                <a:r>
                  <a:rPr lang="en-US" sz="1600" dirty="0">
                    <a:solidFill>
                      <a:srgbClr val="FF0000"/>
                    </a:solidFill>
                  </a:rPr>
                  <a:t>Bad </a:t>
                </a:r>
                <a:r>
                  <a:rPr lang="en-US" sz="1600" dirty="0">
                    <a:solidFill>
                      <a:schemeClr val="bg1"/>
                    </a:solidFill>
                  </a:rPr>
                  <a:t>printing quality</a:t>
                </a:r>
              </a:p>
            </p:txBody>
          </p:sp>
        </p:grpSp>
      </p:grpSp>
      <p:grpSp>
        <p:nvGrpSpPr>
          <p:cNvPr id="54" name="Group 53"/>
          <p:cNvGrpSpPr/>
          <p:nvPr userDrawn="1"/>
        </p:nvGrpSpPr>
        <p:grpSpPr>
          <a:xfrm>
            <a:off x="44157839" y="-55065"/>
            <a:ext cx="11062139" cy="32973465"/>
            <a:chOff x="44157839" y="-55065"/>
            <a:chExt cx="11062139" cy="32973465"/>
          </a:xfrm>
        </p:grpSpPr>
        <p:sp>
          <p:nvSpPr>
            <p:cNvPr id="55" name="Rectangle 54"/>
            <p:cNvSpPr/>
            <p:nvPr userDrawn="1"/>
          </p:nvSpPr>
          <p:spPr>
            <a:xfrm>
              <a:off x="44157839" y="-55065"/>
              <a:ext cx="11062139" cy="32973465"/>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algn="ctr"/>
              <a:r>
                <a:rPr lang="en-US" sz="4000" b="1" spc="600" dirty="0">
                  <a:solidFill>
                    <a:schemeClr val="bg1"/>
                  </a:solidFill>
                  <a:latin typeface="Trebuchet MS" pitchFamily="34" charset="0"/>
                </a:rPr>
                <a:t>QUICK START (cont.)</a:t>
              </a:r>
            </a:p>
            <a:p>
              <a:pPr algn="ctr"/>
              <a:endParaRPr lang="en-US" sz="3600" b="1" baseline="0" dirty="0">
                <a:solidFill>
                  <a:schemeClr val="bg1"/>
                </a:solidFill>
                <a:latin typeface="Trebuchet MS" pitchFamily="34" charset="0"/>
              </a:endParaRPr>
            </a:p>
            <a:p>
              <a:pPr algn="ctr"/>
              <a:r>
                <a:rPr lang="en-US" sz="3200" b="1" baseline="0" dirty="0">
                  <a:solidFill>
                    <a:srgbClr val="FFC000"/>
                  </a:solidFill>
                  <a:latin typeface="Trebuchet MS" pitchFamily="34" charset="0"/>
                </a:rPr>
                <a:t>How to change the template color theme</a:t>
              </a:r>
            </a:p>
            <a:p>
              <a:pPr marL="0" marR="0" lvl="2" indent="0" algn="l" defTabSz="114300" rtl="0" eaLnBrk="1" fontAlgn="auto" latinLnBrk="0" hangingPunct="1">
                <a:lnSpc>
                  <a:spcPct val="100000"/>
                </a:lnSpc>
                <a:spcBef>
                  <a:spcPts val="0"/>
                </a:spcBef>
                <a:spcAft>
                  <a:spcPts val="0"/>
                </a:spcAft>
                <a:buClrTx/>
                <a:buSzTx/>
                <a:buFontTx/>
                <a:buNone/>
                <a:tabLst/>
                <a:defRPr/>
              </a:pPr>
              <a:r>
                <a:rPr lang="en-US" sz="2400" b="0" baseline="0" dirty="0">
                  <a:solidFill>
                    <a:schemeClr val="bg1">
                      <a:lumMod val="75000"/>
                    </a:schemeClr>
                  </a:solidFill>
                  <a:latin typeface="Trebuchet MS" pitchFamily="34" charset="0"/>
                </a:rPr>
                <a:t>You can easily change the color theme of your poster by going to the DESIGN menu, click on COLORS, and choose the color theme of your choice. You can </a:t>
              </a:r>
              <a:r>
                <a:rPr lang="en-US" sz="2400" b="0" spc="0" baseline="0" dirty="0">
                  <a:solidFill>
                    <a:schemeClr val="bg1">
                      <a:lumMod val="75000"/>
                    </a:schemeClr>
                  </a:solidFill>
                  <a:latin typeface="Trebuchet MS" pitchFamily="34" charset="0"/>
                </a:rPr>
                <a:t>also create your own color theme.</a:t>
              </a:r>
            </a:p>
            <a:p>
              <a:pPr marL="0" marR="0" lvl="2" indent="0" algn="l" defTabSz="114300" rtl="0" eaLnBrk="1" fontAlgn="auto" latinLnBrk="0" hangingPunct="1">
                <a:lnSpc>
                  <a:spcPct val="100000"/>
                </a:lnSpc>
                <a:spcBef>
                  <a:spcPts val="0"/>
                </a:spcBef>
                <a:spcAft>
                  <a:spcPts val="0"/>
                </a:spcAft>
                <a:buClrTx/>
                <a:buSzTx/>
                <a:buFontTx/>
                <a:buNone/>
                <a:tabLst/>
                <a:defRPr/>
              </a:pPr>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r>
                <a:rPr lang="en-US" sz="2400" b="0" baseline="0" dirty="0">
                  <a:solidFill>
                    <a:schemeClr val="bg1">
                      <a:lumMod val="75000"/>
                    </a:schemeClr>
                  </a:solidFill>
                  <a:latin typeface="Trebuchet MS" pitchFamily="34" charset="0"/>
                </a:rPr>
                <a:t>You can also manually change the color of your background by going to VIEW &gt; SLIDE MASTER.  After you finish working on the master be sure to go to VIEW &gt; NORMAL to continue working on your poster.</a:t>
              </a:r>
            </a:p>
            <a:p>
              <a:pPr marL="0" indent="0" algn="l" defTabSz="114300"/>
              <a:endParaRPr lang="en-US" sz="2400" b="0" baseline="0" dirty="0">
                <a:solidFill>
                  <a:schemeClr val="bg1">
                    <a:lumMod val="75000"/>
                  </a:schemeClr>
                </a:solidFill>
                <a:latin typeface="Trebuchet MS" pitchFamily="34" charset="0"/>
              </a:endParaRPr>
            </a:p>
            <a:p>
              <a:pPr algn="ctr"/>
              <a:r>
                <a:rPr lang="en-US" sz="3200" b="1" baseline="0" dirty="0">
                  <a:solidFill>
                    <a:srgbClr val="FFC000"/>
                  </a:solidFill>
                  <a:latin typeface="Trebuchet MS" pitchFamily="34" charset="0"/>
                </a:rPr>
                <a:t>How to add Text</a:t>
              </a:r>
            </a:p>
            <a:p>
              <a:pPr marL="3265488" lvl="2" indent="0" algn="l" defTabSz="114300"/>
              <a:r>
                <a:rPr lang="en-US" sz="2400" b="0" baseline="0" dirty="0">
                  <a:solidFill>
                    <a:schemeClr val="bg1">
                      <a:lumMod val="75000"/>
                    </a:schemeClr>
                  </a:solidFill>
                  <a:latin typeface="Trebuchet MS" pitchFamily="34" charset="0"/>
                </a:rPr>
                <a:t>The template comes with a number of pre-formatted placeholders for headers and text blocks. You can add more blocks by copying and pasting the existing ones or by adding a text box from the HOME menu. </a:t>
              </a:r>
            </a:p>
            <a:p>
              <a:pPr marL="1518341" lvl="2" indent="0" algn="l" defTabSz="114300"/>
              <a:endParaRPr lang="en-US" sz="2400" b="0" baseline="0" dirty="0">
                <a:solidFill>
                  <a:schemeClr val="bg1">
                    <a:lumMod val="75000"/>
                  </a:schemeClr>
                </a:solidFill>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lang="en-US" sz="2400" b="0" baseline="0" dirty="0">
                  <a:solidFill>
                    <a:schemeClr val="bg1">
                      <a:lumMod val="75000"/>
                    </a:schemeClr>
                  </a:solidFill>
                  <a:latin typeface="Trebuchet MS" pitchFamily="34" charset="0"/>
                </a:rPr>
                <a:t> </a:t>
              </a:r>
              <a:r>
                <a:rPr kumimoji="0" lang="en-US" sz="3200" b="1" i="0" u="none" strike="noStrike" kern="1200" cap="none" spc="0" normalizeH="0" baseline="0" noProof="0" dirty="0">
                  <a:ln>
                    <a:noFill/>
                  </a:ln>
                  <a:solidFill>
                    <a:srgbClr val="FFC000"/>
                  </a:solidFill>
                  <a:effectLst/>
                  <a:uLnTx/>
                  <a:uFillTx/>
                  <a:latin typeface="Trebuchet MS" pitchFamily="34" charset="0"/>
                </a:rPr>
                <a:t>Text size</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Adjust the size of your text based on how much content you have to present. The default template text offers a good starting point. Follow the conference requirements.</a:t>
              </a:r>
              <a:endParaRPr lang="en-US" sz="2400" b="0" baseline="0" dirty="0">
                <a:solidFill>
                  <a:schemeClr val="bg1">
                    <a:lumMod val="75000"/>
                  </a:schemeClr>
                </a:solidFill>
                <a:latin typeface="Trebuchet MS" pitchFamily="34" charset="0"/>
              </a:endParaRPr>
            </a:p>
            <a:p>
              <a:pPr marL="1518341" lvl="2" indent="0" algn="l" defTabSz="114300"/>
              <a:endParaRPr lang="en-US" sz="2400" b="0" baseline="0" dirty="0">
                <a:solidFill>
                  <a:schemeClr val="bg1">
                    <a:lumMod val="75000"/>
                  </a:schemeClr>
                </a:solidFill>
                <a:latin typeface="Trebuchet MS" pitchFamily="34" charset="0"/>
              </a:endParaRPr>
            </a:p>
            <a:p>
              <a:pPr algn="ctr"/>
              <a:r>
                <a:rPr lang="en-US" sz="3200" b="1" baseline="0" dirty="0">
                  <a:solidFill>
                    <a:srgbClr val="FFC000"/>
                  </a:solidFill>
                  <a:latin typeface="Trebuchet MS" pitchFamily="34" charset="0"/>
                </a:rPr>
                <a:t>How to add Tables</a:t>
              </a:r>
            </a:p>
            <a:p>
              <a:pPr marL="1730375" lvl="1" indent="0" algn="l" defTabSz="114300"/>
              <a:r>
                <a:rPr lang="en-US" sz="2400" b="0" baseline="0" dirty="0">
                  <a:solidFill>
                    <a:schemeClr val="bg1">
                      <a:lumMod val="75000"/>
                    </a:schemeClr>
                  </a:solidFill>
                  <a:latin typeface="Trebuchet MS" pitchFamily="34" charset="0"/>
                </a:rPr>
                <a:t>To add a table from scratch go to the INSERT menu and </a:t>
              </a:r>
              <a:br>
                <a:rPr lang="en-US" sz="2400" b="0" baseline="0" dirty="0">
                  <a:solidFill>
                    <a:schemeClr val="bg1">
                      <a:lumMod val="75000"/>
                    </a:schemeClr>
                  </a:solidFill>
                  <a:latin typeface="Trebuchet MS" pitchFamily="34" charset="0"/>
                </a:rPr>
              </a:br>
              <a:r>
                <a:rPr lang="en-US" sz="2400" b="0" baseline="0" dirty="0">
                  <a:solidFill>
                    <a:schemeClr val="bg1">
                      <a:lumMod val="75000"/>
                    </a:schemeClr>
                  </a:solidFill>
                  <a:latin typeface="Trebuchet MS" pitchFamily="34" charset="0"/>
                </a:rPr>
                <a:t>click on TABLE. A drop-down box will help you select rows and columns. </a:t>
              </a:r>
            </a:p>
            <a:p>
              <a:pPr marL="0" lvl="0" indent="0" algn="l" defTabSz="114300"/>
              <a:r>
                <a:rPr lang="en-US" sz="2400" b="0" baseline="0" dirty="0">
                  <a:solidFill>
                    <a:schemeClr val="bg1">
                      <a:lumMod val="75000"/>
                    </a:schemeClr>
                  </a:solidFill>
                  <a:latin typeface="Trebuchet MS" pitchFamily="34" charset="0"/>
                </a:rPr>
                <a:t>You can also copy and a paste a table from Word or another PowerPoint document. A pasted table may need to be re-formatted by RIGHT-CLICK &gt; FORMAT SHAPE, TEXT BOX, Margins.</a:t>
              </a:r>
            </a:p>
            <a:p>
              <a:pPr marL="0" lvl="0" indent="0" algn="l" defTabSz="114300"/>
              <a:endParaRPr lang="en-US" sz="2400" b="0" baseline="0" dirty="0">
                <a:solidFill>
                  <a:schemeClr val="bg1">
                    <a:lumMod val="75000"/>
                  </a:schemeClr>
                </a:solidFill>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Graphs / Charts</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You can simply copy and paste charts and graphs from Excel or Word. Some reformatting may be required depending on how the original document has been created.</a:t>
              </a:r>
            </a:p>
            <a:p>
              <a:pPr marL="0" marR="0" lvl="0" indent="0" algn="l" defTabSz="1143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white">
                    <a:lumMod val="75000"/>
                  </a:prstClr>
                </a:solidFill>
                <a:effectLst/>
                <a:uLnTx/>
                <a:uFillTx/>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How to change the column configuration</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RIGHT-CLICK on the poster background and select LAYOUT to see the column options available for this template. The poster columns can also be customized on the Master. VIEW &gt; MASTER.</a:t>
              </a:r>
            </a:p>
            <a:p>
              <a:pPr marL="0" marR="0" lvl="0" indent="0" algn="ctr" defTabSz="1518341" rtl="0" eaLnBrk="1" fontAlgn="auto" latinLnBrk="0" hangingPunct="1">
                <a:lnSpc>
                  <a:spcPct val="100000"/>
                </a:lnSpc>
                <a:spcBef>
                  <a:spcPts val="0"/>
                </a:spcBef>
                <a:spcAft>
                  <a:spcPts val="0"/>
                </a:spcAft>
                <a:buClrTx/>
                <a:buSzTx/>
                <a:buFontTx/>
                <a:buNone/>
                <a:tabLst/>
                <a:defRPr/>
              </a:pPr>
              <a:endParaRPr kumimoji="0" lang="en-US" sz="3200" b="1" i="0" u="none" strike="noStrike" kern="1200" cap="none" spc="0" normalizeH="0" baseline="0" noProof="0" dirty="0">
                <a:ln>
                  <a:noFill/>
                </a:ln>
                <a:solidFill>
                  <a:srgbClr val="FFC000"/>
                </a:solidFill>
                <a:effectLst/>
                <a:uLnTx/>
                <a:uFillTx/>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How to remove the info bars</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If you are working in PowerPoint for Windows and have finished your poster, save as PDF and the bars will not be included. You can also delete them by going to VIEW &gt; MASTER. On the Mac adjust the Page-Setup to match the Page-Setup in PowerPoint before you create a PDF. You can also delete them from the Slide Master.</a:t>
              </a:r>
            </a:p>
            <a:p>
              <a:pPr marL="0" marR="0" lvl="0" indent="0" algn="l" defTabSz="1143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white">
                    <a:lumMod val="75000"/>
                  </a:prstClr>
                </a:solidFill>
                <a:effectLst/>
                <a:uLnTx/>
                <a:uFillTx/>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Save your work</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Save your template as a PowerPoint document. For printing, save as PowerPoint or “Print-quality” PDF.</a:t>
              </a:r>
            </a:p>
            <a:p>
              <a:pPr marL="0" marR="0" lvl="0" indent="0" algn="l" defTabSz="114300" rtl="0" eaLnBrk="1" fontAlgn="auto" latinLnBrk="0" hangingPunct="1">
                <a:lnSpc>
                  <a:spcPct val="100000"/>
                </a:lnSpc>
                <a:spcBef>
                  <a:spcPts val="0"/>
                </a:spcBef>
                <a:spcAft>
                  <a:spcPts val="0"/>
                </a:spcAft>
                <a:buClrTx/>
                <a:buSzTx/>
                <a:buFontTx/>
                <a:buNone/>
                <a:tabLst/>
                <a:defRPr/>
              </a:pPr>
              <a:endParaRPr lang="en-US" sz="2400" b="0" baseline="0" dirty="0">
                <a:solidFill>
                  <a:schemeClr val="bg1">
                    <a:lumMod val="75000"/>
                  </a:schemeClr>
                </a:solidFill>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Print your poster</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When you are ready to have your poster printed go online to PosterPresentations.com and click on the “Order Your Poster” button. Choose the poster type the best suits your needs and submit your order. If you submit a PowerPoint document you will be receiving a PDF proof for your approval prior to printing. If your order is placed and paid for before noon, Pacific, Monday through Friday, your order will ship out that same day. Next day, Second day, Third day, and Free Ground services are offered. Go to PosterPresentations.com for more information.</a:t>
              </a:r>
            </a:p>
            <a:p>
              <a:pPr marL="0" marR="0" lvl="0" indent="0" algn="l" defTabSz="114300" rtl="0" eaLnBrk="1" fontAlgn="auto" latinLnBrk="0" hangingPunct="1">
                <a:lnSpc>
                  <a:spcPct val="100000"/>
                </a:lnSpc>
                <a:spcBef>
                  <a:spcPts val="0"/>
                </a:spcBef>
                <a:spcAft>
                  <a:spcPts val="0"/>
                </a:spcAft>
                <a:buClrTx/>
                <a:buSzTx/>
                <a:buFontTx/>
                <a:buNone/>
                <a:tabLst/>
                <a:defRPr/>
              </a:pPr>
              <a:endParaRPr kumimoji="0" lang="en-US" sz="2800" b="0" i="0" u="none" strike="noStrike" kern="1200" cap="none" spc="0" normalizeH="0" baseline="0" noProof="0" dirty="0">
                <a:ln>
                  <a:noFill/>
                </a:ln>
                <a:solidFill>
                  <a:prstClr val="white">
                    <a:lumMod val="75000"/>
                  </a:prstClr>
                </a:solidFill>
                <a:effectLst/>
                <a:uLnTx/>
                <a:uFillTx/>
                <a:latin typeface="Trebuchet MS" pitchFamily="34" charset="0"/>
              </a:endParaRPr>
            </a:p>
          </p:txBody>
        </p:sp>
        <p:graphicFrame>
          <p:nvGraphicFramePr>
            <p:cNvPr id="56" name="Object 55"/>
            <p:cNvGraphicFramePr>
              <a:graphicFrameLocks noChangeAspect="1"/>
            </p:cNvGraphicFramePr>
            <p:nvPr userDrawn="1">
              <p:extLst>
                <p:ext uri="{D42A27DB-BD31-4B8C-83A1-F6EECF244321}">
                  <p14:modId xmlns:p14="http://schemas.microsoft.com/office/powerpoint/2010/main" val="262704017"/>
                </p:ext>
              </p:extLst>
            </p:nvPr>
          </p:nvGraphicFramePr>
          <p:xfrm>
            <a:off x="46915679" y="3349444"/>
            <a:ext cx="5586150" cy="2063772"/>
          </p:xfrm>
          <a:graphic>
            <a:graphicData uri="http://schemas.openxmlformats.org/presentationml/2006/ole">
              <mc:AlternateContent xmlns:mc="http://schemas.openxmlformats.org/markup-compatibility/2006">
                <mc:Choice xmlns:v="urn:schemas-microsoft-com:vml" Requires="v">
                  <p:oleObj name="Image" r:id="rId11" imgW="4571280" imgH="1688760" progId="Photoshop.Image.13">
                    <p:embed/>
                  </p:oleObj>
                </mc:Choice>
                <mc:Fallback>
                  <p:oleObj name="Image" r:id="rId11" imgW="4571280" imgH="1688760" progId="Photoshop.Image.13">
                    <p:embed/>
                    <p:pic>
                      <p:nvPicPr>
                        <p:cNvPr id="56" name="Object 55"/>
                        <p:cNvPicPr/>
                        <p:nvPr/>
                      </p:nvPicPr>
                      <p:blipFill>
                        <a:blip r:embed="rId12"/>
                        <a:stretch>
                          <a:fillRect/>
                        </a:stretch>
                      </p:blipFill>
                      <p:spPr>
                        <a:xfrm>
                          <a:off x="46915679" y="3349444"/>
                          <a:ext cx="5586150" cy="2063772"/>
                        </a:xfrm>
                        <a:prstGeom prst="rect">
                          <a:avLst/>
                        </a:prstGeom>
                      </p:spPr>
                    </p:pic>
                  </p:oleObj>
                </mc:Fallback>
              </mc:AlternateContent>
            </a:graphicData>
          </a:graphic>
        </p:graphicFrame>
        <p:pic>
          <p:nvPicPr>
            <p:cNvPr id="57" name="Picture 56"/>
            <p:cNvPicPr>
              <a:picLocks noChangeAspect="1"/>
            </p:cNvPicPr>
            <p:nvPr userDrawn="1"/>
          </p:nvPicPr>
          <p:blipFill>
            <a:blip r:embed="rId13"/>
            <a:stretch>
              <a:fillRect/>
            </a:stretch>
          </p:blipFill>
          <p:spPr>
            <a:xfrm>
              <a:off x="44621819" y="7740040"/>
              <a:ext cx="2969584" cy="1370577"/>
            </a:xfrm>
            <a:prstGeom prst="rect">
              <a:avLst/>
            </a:prstGeom>
            <a:ln>
              <a:noFill/>
            </a:ln>
          </p:spPr>
        </p:pic>
        <p:graphicFrame>
          <p:nvGraphicFramePr>
            <p:cNvPr id="58" name="Object 57"/>
            <p:cNvGraphicFramePr>
              <a:graphicFrameLocks noChangeAspect="1"/>
            </p:cNvGraphicFramePr>
            <p:nvPr userDrawn="1">
              <p:extLst>
                <p:ext uri="{D42A27DB-BD31-4B8C-83A1-F6EECF244321}">
                  <p14:modId xmlns:p14="http://schemas.microsoft.com/office/powerpoint/2010/main" val="2040245264"/>
                </p:ext>
              </p:extLst>
            </p:nvPr>
          </p:nvGraphicFramePr>
          <p:xfrm>
            <a:off x="44629619" y="12347263"/>
            <a:ext cx="1482266" cy="992162"/>
          </p:xfrm>
          <a:graphic>
            <a:graphicData uri="http://schemas.openxmlformats.org/presentationml/2006/ole">
              <mc:AlternateContent xmlns:mc="http://schemas.openxmlformats.org/markup-compatibility/2006">
                <mc:Choice xmlns:v="urn:schemas-microsoft-com:vml" Requires="v">
                  <p:oleObj name="Image" r:id="rId14" imgW="1574280" imgH="1053720" progId="Photoshop.Image.13">
                    <p:embed/>
                  </p:oleObj>
                </mc:Choice>
                <mc:Fallback>
                  <p:oleObj name="Image" r:id="rId14" imgW="1574280" imgH="1053720" progId="Photoshop.Image.13">
                    <p:embed/>
                    <p:pic>
                      <p:nvPicPr>
                        <p:cNvPr id="58" name="Object 57"/>
                        <p:cNvPicPr/>
                        <p:nvPr/>
                      </p:nvPicPr>
                      <p:blipFill>
                        <a:blip r:embed="rId15"/>
                        <a:stretch>
                          <a:fillRect/>
                        </a:stretch>
                      </p:blipFill>
                      <p:spPr>
                        <a:xfrm>
                          <a:off x="44629619" y="12347263"/>
                          <a:ext cx="1482266" cy="992162"/>
                        </a:xfrm>
                        <a:prstGeom prst="rect">
                          <a:avLst/>
                        </a:prstGeom>
                      </p:spPr>
                    </p:pic>
                  </p:oleObj>
                </mc:Fallback>
              </mc:AlternateContent>
            </a:graphicData>
          </a:graphic>
        </p:graphicFrame>
        <p:grpSp>
          <p:nvGrpSpPr>
            <p:cNvPr id="59" name="Group 58"/>
            <p:cNvGrpSpPr/>
            <p:nvPr userDrawn="1"/>
          </p:nvGrpSpPr>
          <p:grpSpPr>
            <a:xfrm>
              <a:off x="44487207" y="29414560"/>
              <a:ext cx="10354213" cy="1265612"/>
              <a:chOff x="44200453" y="28362386"/>
              <a:chExt cx="9771399" cy="1090622"/>
            </a:xfrm>
          </p:grpSpPr>
          <p:sp>
            <p:nvSpPr>
              <p:cNvPr id="61" name="Rounded Rectangle 60"/>
              <p:cNvSpPr/>
              <p:nvPr userDrawn="1"/>
            </p:nvSpPr>
            <p:spPr>
              <a:xfrm>
                <a:off x="44200453" y="28362386"/>
                <a:ext cx="9771398" cy="1090622"/>
              </a:xfrm>
              <a:prstGeom prst="round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2" name="Picture 7" descr="http://t2.gstatic.com/images?q=tbn:ANd9GcR4APHC6TT9w54M2zn_pvCiBxUNcspYPoVxirLRphBoJabfSvu7zw">
                <a:hlinkClick r:id="rId16"/>
              </p:cNvPr>
              <p:cNvPicPr>
                <a:picLocks noChangeAspect="1" noChangeArrowheads="1"/>
              </p:cNvPicPr>
              <p:nvPr userDrawn="1"/>
            </p:nvPicPr>
            <p:blipFill>
              <a:blip r:embed="rId17" cstate="print"/>
              <a:srcRect/>
              <a:stretch>
                <a:fillRect/>
              </a:stretch>
            </p:blipFill>
            <p:spPr bwMode="auto">
              <a:xfrm>
                <a:off x="44326393" y="28460718"/>
                <a:ext cx="914401" cy="914399"/>
              </a:xfrm>
              <a:prstGeom prst="rect">
                <a:avLst/>
              </a:prstGeom>
              <a:noFill/>
              <a:ln>
                <a:noFill/>
              </a:ln>
            </p:spPr>
          </p:pic>
          <p:sp>
            <p:nvSpPr>
              <p:cNvPr id="63" name="TextBox 62"/>
              <p:cNvSpPr txBox="1"/>
              <p:nvPr userDrawn="1"/>
            </p:nvSpPr>
            <p:spPr>
              <a:xfrm>
                <a:off x="45300663" y="28552305"/>
                <a:ext cx="8671189" cy="716099"/>
              </a:xfrm>
              <a:prstGeom prst="rect">
                <a:avLst/>
              </a:prstGeom>
              <a:noFill/>
              <a:ln>
                <a:noFill/>
              </a:ln>
            </p:spPr>
            <p:txBody>
              <a:bodyPr wrap="square" rtlCol="0">
                <a:spAutoFit/>
              </a:bodyPr>
              <a:lstStyle/>
              <a:p>
                <a:r>
                  <a:rPr lang="en-US" sz="2400" dirty="0">
                    <a:solidFill>
                      <a:schemeClr val="tx2"/>
                    </a:solidFill>
                    <a:latin typeface="Trebuchet MS" pitchFamily="34" charset="0"/>
                  </a:rPr>
                  <a:t>Student</a:t>
                </a:r>
                <a:r>
                  <a:rPr lang="en-US" sz="2400" baseline="0" dirty="0">
                    <a:solidFill>
                      <a:schemeClr val="tx2"/>
                    </a:solidFill>
                    <a:latin typeface="Trebuchet MS" pitchFamily="34" charset="0"/>
                  </a:rPr>
                  <a:t> discounts are available on our </a:t>
                </a:r>
                <a:r>
                  <a:rPr lang="en-US" sz="2400" baseline="0" dirty="0" err="1">
                    <a:solidFill>
                      <a:schemeClr val="tx2"/>
                    </a:solidFill>
                    <a:latin typeface="Trebuchet MS" pitchFamily="34" charset="0"/>
                  </a:rPr>
                  <a:t>Facebook</a:t>
                </a:r>
                <a:r>
                  <a:rPr lang="en-US" sz="2400" baseline="0" dirty="0">
                    <a:solidFill>
                      <a:schemeClr val="tx2"/>
                    </a:solidFill>
                    <a:latin typeface="Trebuchet MS" pitchFamily="34" charset="0"/>
                  </a:rPr>
                  <a:t> page.</a:t>
                </a:r>
                <a:br>
                  <a:rPr lang="en-US" sz="2400" baseline="0" dirty="0">
                    <a:solidFill>
                      <a:schemeClr val="tx2"/>
                    </a:solidFill>
                    <a:latin typeface="Trebuchet MS" pitchFamily="34" charset="0"/>
                  </a:rPr>
                </a:br>
                <a:r>
                  <a:rPr lang="en-US" sz="2400" baseline="0" dirty="0">
                    <a:solidFill>
                      <a:schemeClr val="tx2"/>
                    </a:solidFill>
                    <a:latin typeface="Trebuchet MS" pitchFamily="34" charset="0"/>
                  </a:rPr>
                  <a:t>Go to </a:t>
                </a:r>
                <a:r>
                  <a:rPr lang="en-US" sz="2400" u="sng" baseline="0" dirty="0">
                    <a:solidFill>
                      <a:schemeClr val="tx2"/>
                    </a:solidFill>
                    <a:latin typeface="Trebuchet MS" pitchFamily="34" charset="0"/>
                  </a:rPr>
                  <a:t>PosterPresentations.com</a:t>
                </a:r>
                <a:r>
                  <a:rPr lang="en-US" sz="2400" baseline="0" dirty="0">
                    <a:solidFill>
                      <a:schemeClr val="tx2"/>
                    </a:solidFill>
                    <a:latin typeface="Trebuchet MS" pitchFamily="34" charset="0"/>
                  </a:rPr>
                  <a:t> and click on the FB icon. </a:t>
                </a:r>
                <a:endParaRPr lang="en-US" sz="2400" dirty="0">
                  <a:solidFill>
                    <a:schemeClr val="tx2"/>
                  </a:solidFill>
                  <a:latin typeface="Trebuchet MS" pitchFamily="34" charset="0"/>
                </a:endParaRPr>
              </a:p>
            </p:txBody>
          </p:sp>
        </p:grpSp>
        <p:sp>
          <p:nvSpPr>
            <p:cNvPr id="60" name="TextBox 59"/>
            <p:cNvSpPr txBox="1"/>
            <p:nvPr userDrawn="1"/>
          </p:nvSpPr>
          <p:spPr>
            <a:xfrm>
              <a:off x="44262808" y="31169782"/>
              <a:ext cx="6870215" cy="1399638"/>
            </a:xfrm>
            <a:prstGeom prst="rect">
              <a:avLst/>
            </a:prstGeom>
            <a:noFill/>
          </p:spPr>
          <p:txBody>
            <a:bodyPr wrap="square" lIns="65304" tIns="32651" rIns="65304" bIns="32651" rtlCol="0">
              <a:spAutoFit/>
            </a:bodyPr>
            <a:lstStyle/>
            <a:p>
              <a:pPr>
                <a:lnSpc>
                  <a:spcPts val="2600"/>
                </a:lnSpc>
              </a:pPr>
              <a:r>
                <a:rPr lang="en-US" sz="2800" dirty="0">
                  <a:solidFill>
                    <a:schemeClr val="bg1"/>
                  </a:solidFill>
                </a:rPr>
                <a:t>© 2015</a:t>
              </a:r>
              <a:r>
                <a:rPr lang="en-US" sz="2800" baseline="0" dirty="0">
                  <a:solidFill>
                    <a:schemeClr val="bg1"/>
                  </a:solidFill>
                </a:rPr>
                <a:t> </a:t>
              </a:r>
              <a:r>
                <a:rPr lang="en-US" sz="2800" dirty="0">
                  <a:solidFill>
                    <a:schemeClr val="bg1"/>
                  </a:solidFill>
                </a:rPr>
                <a:t>PosterPresentations.com</a:t>
              </a:r>
              <a:br>
                <a:rPr lang="en-US" sz="2800" dirty="0">
                  <a:solidFill>
                    <a:schemeClr val="bg1"/>
                  </a:solidFill>
                </a:rPr>
              </a:br>
              <a:r>
                <a:rPr lang="en-US" sz="2800" dirty="0">
                  <a:solidFill>
                    <a:schemeClr val="bg1"/>
                  </a:solidFill>
                </a:rPr>
                <a:t>    </a:t>
              </a:r>
              <a:r>
                <a:rPr lang="en-US" sz="2400" dirty="0">
                  <a:solidFill>
                    <a:schemeClr val="bg1"/>
                  </a:solidFill>
                </a:rPr>
                <a:t>2117 Fourth Street ,</a:t>
              </a:r>
              <a:r>
                <a:rPr lang="en-US" sz="2400" baseline="0" dirty="0">
                  <a:solidFill>
                    <a:schemeClr val="bg1"/>
                  </a:solidFill>
                </a:rPr>
                <a:t> Unit C        </a:t>
              </a:r>
            </a:p>
            <a:p>
              <a:pPr>
                <a:lnSpc>
                  <a:spcPts val="2600"/>
                </a:lnSpc>
              </a:pPr>
              <a:r>
                <a:rPr lang="en-US" sz="2400" baseline="0" dirty="0">
                  <a:solidFill>
                    <a:schemeClr val="bg1"/>
                  </a:solidFill>
                </a:rPr>
                <a:t>     Berkeley CA </a:t>
              </a:r>
              <a:r>
                <a:rPr lang="en-US" sz="2000" baseline="0" dirty="0">
                  <a:solidFill>
                    <a:schemeClr val="bg1"/>
                  </a:solidFill>
                </a:rPr>
                <a:t>94710</a:t>
              </a:r>
              <a:br>
                <a:rPr lang="en-US" sz="2400" baseline="0" dirty="0">
                  <a:solidFill>
                    <a:schemeClr val="bg1"/>
                  </a:solidFill>
                </a:rPr>
              </a:br>
              <a:r>
                <a:rPr lang="en-US" sz="2400" baseline="0" dirty="0">
                  <a:solidFill>
                    <a:schemeClr val="bg1"/>
                  </a:solidFill>
                </a:rPr>
                <a:t>    </a:t>
              </a:r>
              <a:r>
                <a:rPr lang="en-US" sz="2400" b="1" baseline="0" dirty="0">
                  <a:solidFill>
                    <a:srgbClr val="FFFF00"/>
                  </a:solidFill>
                </a:rPr>
                <a:t>posterpresenter@gmail.com</a:t>
              </a:r>
              <a:endParaRPr lang="en-US" sz="2800" b="1" dirty="0">
                <a:solidFill>
                  <a:srgbClr val="FFFF00"/>
                </a:solidFill>
              </a:endParaRPr>
            </a:p>
          </p:txBody>
        </p:sp>
      </p:grpSp>
    </p:spTree>
  </p:cSld>
  <p:clrMap bg1="lt1" tx1="dk1" bg2="lt2" tx2="dk2" accent1="accent1" accent2="accent2" accent3="accent3" accent4="accent4" accent5="accent5" accent6="accent6" hlink="hlink" folHlink="folHlink"/>
  <p:sldLayoutIdLst>
    <p:sldLayoutId id="2147483652" r:id="rId1"/>
  </p:sldLayoutIdLst>
  <p:txStyles>
    <p:titleStyle>
      <a:lvl1pPr algn="ctr" defTabSz="4388900" rtl="0" eaLnBrk="1" latinLnBrk="0" hangingPunct="1">
        <a:spcBef>
          <a:spcPct val="0"/>
        </a:spcBef>
        <a:buNone/>
        <a:defRPr sz="8800" kern="1200">
          <a:solidFill>
            <a:schemeClr val="bg1"/>
          </a:solidFill>
          <a:latin typeface="Trebuchet MS" pitchFamily="34" charset="0"/>
          <a:ea typeface="+mj-ea"/>
          <a:cs typeface="+mj-cs"/>
        </a:defRPr>
      </a:lvl1pPr>
    </p:titleStyle>
    <p:bodyStyle>
      <a:lvl1pPr marL="1645838" indent="-1645838" algn="l" defTabSz="4388900" rtl="0" eaLnBrk="1" latinLnBrk="0" hangingPunct="1">
        <a:spcBef>
          <a:spcPct val="20000"/>
        </a:spcBef>
        <a:buFont typeface="Arial" pitchFamily="34" charset="0"/>
        <a:buChar char="•"/>
        <a:defRPr sz="15400" kern="1200">
          <a:solidFill>
            <a:schemeClr val="tx1"/>
          </a:solidFill>
          <a:latin typeface="+mn-lt"/>
          <a:ea typeface="+mn-ea"/>
          <a:cs typeface="+mn-cs"/>
        </a:defRPr>
      </a:lvl1pPr>
      <a:lvl2pPr marL="3565982" indent="-1371531" algn="l" defTabSz="4388900" rtl="0" eaLnBrk="1" latinLnBrk="0" hangingPunct="1">
        <a:spcBef>
          <a:spcPct val="20000"/>
        </a:spcBef>
        <a:buFont typeface="Arial" pitchFamily="34" charset="0"/>
        <a:buChar char="–"/>
        <a:defRPr sz="13500" kern="1200">
          <a:solidFill>
            <a:schemeClr val="tx1"/>
          </a:solidFill>
          <a:latin typeface="+mn-lt"/>
          <a:ea typeface="+mn-ea"/>
          <a:cs typeface="+mn-cs"/>
        </a:defRPr>
      </a:lvl2pPr>
      <a:lvl3pPr marL="5486126" indent="-1097226" algn="l" defTabSz="4388900" rtl="0" eaLnBrk="1" latinLnBrk="0" hangingPunct="1">
        <a:spcBef>
          <a:spcPct val="20000"/>
        </a:spcBef>
        <a:buFont typeface="Arial" pitchFamily="34" charset="0"/>
        <a:buChar char="•"/>
        <a:defRPr sz="11600" kern="1200">
          <a:solidFill>
            <a:schemeClr val="tx1"/>
          </a:solidFill>
          <a:latin typeface="+mn-lt"/>
          <a:ea typeface="+mn-ea"/>
          <a:cs typeface="+mn-cs"/>
        </a:defRPr>
      </a:lvl3pPr>
      <a:lvl4pPr marL="76805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4pPr>
      <a:lvl5pPr marL="98750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p:bodyStyle>
    <p:otherStyle>
      <a:defPPr>
        <a:defRPr lang="en-US"/>
      </a:defPPr>
      <a:lvl1pPr marL="0" algn="l" defTabSz="4388900" rtl="0" eaLnBrk="1" latinLnBrk="0" hangingPunct="1">
        <a:defRPr sz="8600" kern="1200">
          <a:solidFill>
            <a:schemeClr val="tx1"/>
          </a:solidFill>
          <a:latin typeface="+mn-lt"/>
          <a:ea typeface="+mn-ea"/>
          <a:cs typeface="+mn-cs"/>
        </a:defRPr>
      </a:lvl1pPr>
      <a:lvl2pPr marL="2194451" algn="l" defTabSz="4388900" rtl="0" eaLnBrk="1" latinLnBrk="0" hangingPunct="1">
        <a:defRPr sz="8600" kern="1200">
          <a:solidFill>
            <a:schemeClr val="tx1"/>
          </a:solidFill>
          <a:latin typeface="+mn-lt"/>
          <a:ea typeface="+mn-ea"/>
          <a:cs typeface="+mn-cs"/>
        </a:defRPr>
      </a:lvl2pPr>
      <a:lvl3pPr marL="4388900" algn="l" defTabSz="4388900" rtl="0" eaLnBrk="1" latinLnBrk="0" hangingPunct="1">
        <a:defRPr sz="8600" kern="1200">
          <a:solidFill>
            <a:schemeClr val="tx1"/>
          </a:solidFill>
          <a:latin typeface="+mn-lt"/>
          <a:ea typeface="+mn-ea"/>
          <a:cs typeface="+mn-cs"/>
        </a:defRPr>
      </a:lvl3pPr>
      <a:lvl4pPr marL="6583351" algn="l" defTabSz="4388900" rtl="0" eaLnBrk="1" latinLnBrk="0" hangingPunct="1">
        <a:defRPr sz="8600" kern="1200">
          <a:solidFill>
            <a:schemeClr val="tx1"/>
          </a:solidFill>
          <a:latin typeface="+mn-lt"/>
          <a:ea typeface="+mn-ea"/>
          <a:cs typeface="+mn-cs"/>
        </a:defRPr>
      </a:lvl4pPr>
      <a:lvl5pPr marL="8777801" algn="l" defTabSz="4388900" rtl="0" eaLnBrk="1" latinLnBrk="0" hangingPunct="1">
        <a:defRPr sz="8600" kern="1200">
          <a:solidFill>
            <a:schemeClr val="tx1"/>
          </a:solidFill>
          <a:latin typeface="+mn-lt"/>
          <a:ea typeface="+mn-ea"/>
          <a:cs typeface="+mn-cs"/>
        </a:defRPr>
      </a:lvl5pPr>
      <a:lvl6pPr marL="10972252" algn="l" defTabSz="4388900" rtl="0" eaLnBrk="1" latinLnBrk="0" hangingPunct="1">
        <a:defRPr sz="8600" kern="1200">
          <a:solidFill>
            <a:schemeClr val="tx1"/>
          </a:solidFill>
          <a:latin typeface="+mn-lt"/>
          <a:ea typeface="+mn-ea"/>
          <a:cs typeface="+mn-cs"/>
        </a:defRPr>
      </a:lvl6pPr>
      <a:lvl7pPr marL="13166703" algn="l" defTabSz="4388900" rtl="0" eaLnBrk="1" latinLnBrk="0" hangingPunct="1">
        <a:defRPr sz="8600" kern="1200">
          <a:solidFill>
            <a:schemeClr val="tx1"/>
          </a:solidFill>
          <a:latin typeface="+mn-lt"/>
          <a:ea typeface="+mn-ea"/>
          <a:cs typeface="+mn-cs"/>
        </a:defRPr>
      </a:lvl7pPr>
      <a:lvl8pPr marL="15361152" algn="l" defTabSz="4388900" rtl="0" eaLnBrk="1" latinLnBrk="0" hangingPunct="1">
        <a:defRPr sz="8600" kern="1200">
          <a:solidFill>
            <a:schemeClr val="tx1"/>
          </a:solidFill>
          <a:latin typeface="+mn-lt"/>
          <a:ea typeface="+mn-ea"/>
          <a:cs typeface="+mn-cs"/>
        </a:defRPr>
      </a:lvl8pPr>
      <a:lvl9pPr marL="17555603" algn="l" defTabSz="4388900" rtl="0" eaLnBrk="1" latinLnBrk="0" hangingPunct="1">
        <a:defRPr sz="86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chemeClr val="accent5">
                <a:lumMod val="50000"/>
              </a:schemeClr>
            </a:gs>
            <a:gs pos="34000">
              <a:schemeClr val="tx2">
                <a:lumMod val="40000"/>
                <a:lumOff val="60000"/>
              </a:schemeClr>
            </a:gs>
            <a:gs pos="100000">
              <a:schemeClr val="accent5">
                <a:lumMod val="20000"/>
                <a:lumOff val="80000"/>
              </a:schemeClr>
            </a:gs>
          </a:gsLst>
          <a:lin ang="16200000" scaled="1"/>
          <a:tileRect/>
        </a:gradFill>
        <a:effectLst/>
      </p:bgPr>
    </p:bg>
    <p:spTree>
      <p:nvGrpSpPr>
        <p:cNvPr id="1" name=""/>
        <p:cNvGrpSpPr/>
        <p:nvPr/>
      </p:nvGrpSpPr>
      <p:grpSpPr>
        <a:xfrm>
          <a:off x="0" y="0"/>
          <a:ext cx="0" cy="0"/>
          <a:chOff x="0" y="0"/>
          <a:chExt cx="0" cy="0"/>
        </a:xfrm>
      </p:grpSpPr>
      <p:sp>
        <p:nvSpPr>
          <p:cNvPr id="7" name="Rectangle 36"/>
          <p:cNvSpPr>
            <a:spLocks noChangeArrowheads="1"/>
          </p:cNvSpPr>
          <p:nvPr/>
        </p:nvSpPr>
        <p:spPr bwMode="auto">
          <a:xfrm>
            <a:off x="0" y="0"/>
            <a:ext cx="43891200" cy="4800600"/>
          </a:xfrm>
          <a:prstGeom prst="rect">
            <a:avLst/>
          </a:prstGeom>
          <a:solidFill>
            <a:schemeClr val="accent5">
              <a:lumMod val="75000"/>
            </a:schemeClr>
          </a:solidFill>
          <a:ln w="9525">
            <a:solidFill>
              <a:schemeClr val="tx1"/>
            </a:solidFill>
            <a:miter lim="800000"/>
            <a:headEnd/>
            <a:tailEnd/>
          </a:ln>
          <a:effectLst/>
        </p:spPr>
        <p:txBody>
          <a:bodyPr wrap="none" lIns="91436" tIns="45717" rIns="91436" bIns="45717" anchor="ctr"/>
          <a:lstStyle/>
          <a:p>
            <a:pPr>
              <a:defRPr/>
            </a:pPr>
            <a:endParaRPr lang="en-US" dirty="0"/>
          </a:p>
        </p:txBody>
      </p:sp>
      <p:sp>
        <p:nvSpPr>
          <p:cNvPr id="9" name="Rectangle 9"/>
          <p:cNvSpPr>
            <a:spLocks noChangeArrowheads="1"/>
          </p:cNvSpPr>
          <p:nvPr/>
        </p:nvSpPr>
        <p:spPr bwMode="auto">
          <a:xfrm>
            <a:off x="0" y="4805363"/>
            <a:ext cx="43891200" cy="152400"/>
          </a:xfrm>
          <a:prstGeom prst="rect">
            <a:avLst/>
          </a:prstGeom>
          <a:solidFill>
            <a:schemeClr val="accent5">
              <a:lumMod val="50000"/>
            </a:schemeClr>
          </a:solidFill>
          <a:ln w="152400">
            <a:noFill/>
            <a:miter lim="800000"/>
            <a:headEnd/>
            <a:tailEnd/>
          </a:ln>
          <a:effectLst/>
        </p:spPr>
        <p:txBody>
          <a:bodyPr wrap="none" lIns="91436" tIns="45717" rIns="91436" bIns="45717" anchor="ctr"/>
          <a:lstStyle/>
          <a:p>
            <a:pPr>
              <a:defRPr/>
            </a:pPr>
            <a:endParaRPr lang="en-US" dirty="0"/>
          </a:p>
        </p:txBody>
      </p:sp>
      <p:cxnSp>
        <p:nvCxnSpPr>
          <p:cNvPr id="38" name="Straight Connector 37"/>
          <p:cNvCxnSpPr/>
          <p:nvPr/>
        </p:nvCxnSpPr>
        <p:spPr>
          <a:xfrm flipV="1">
            <a:off x="-13946601" y="11526118"/>
            <a:ext cx="13577436" cy="818"/>
          </a:xfrm>
          <a:prstGeom prst="line">
            <a:avLst/>
          </a:prstGeom>
          <a:ln>
            <a:solidFill>
              <a:schemeClr val="bg1">
                <a:lumMod val="95000"/>
              </a:schemeClr>
            </a:solidFill>
          </a:ln>
        </p:spPr>
        <p:style>
          <a:lnRef idx="1">
            <a:schemeClr val="accent1"/>
          </a:lnRef>
          <a:fillRef idx="0">
            <a:schemeClr val="accent1"/>
          </a:fillRef>
          <a:effectRef idx="0">
            <a:schemeClr val="accent1"/>
          </a:effectRef>
          <a:fontRef idx="minor">
            <a:schemeClr val="tx1"/>
          </a:fontRef>
        </p:style>
      </p:cxnSp>
      <p:sp>
        <p:nvSpPr>
          <p:cNvPr id="21" name="Rounded Rectangle 20"/>
          <p:cNvSpPr/>
          <p:nvPr userDrawn="1"/>
        </p:nvSpPr>
        <p:spPr>
          <a:xfrm>
            <a:off x="922338" y="5392017"/>
            <a:ext cx="13577436" cy="26736675"/>
          </a:xfrm>
          <a:prstGeom prst="roundRect">
            <a:avLst>
              <a:gd name="adj" fmla="val 3290"/>
            </a:avLst>
          </a:prstGeom>
          <a:gradFill>
            <a:gsLst>
              <a:gs pos="0">
                <a:srgbClr val="CDD2DE"/>
              </a:gs>
              <a:gs pos="0">
                <a:schemeClr val="tx2">
                  <a:lumMod val="40000"/>
                  <a:lumOff val="60000"/>
                </a:schemeClr>
              </a:gs>
              <a:gs pos="100000">
                <a:srgbClr val="F3F5FA"/>
              </a:gs>
            </a:gsLst>
            <a:lin ang="16200000" scaled="1"/>
          </a:gradFill>
          <a:ln>
            <a:solidFill>
              <a:schemeClr val="accent5">
                <a:lumMod val="50000"/>
                <a:alpha val="5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ounded Rectangle 21"/>
          <p:cNvSpPr/>
          <p:nvPr userDrawn="1"/>
        </p:nvSpPr>
        <p:spPr>
          <a:xfrm>
            <a:off x="15154504" y="5392017"/>
            <a:ext cx="13577436" cy="26736675"/>
          </a:xfrm>
          <a:prstGeom prst="roundRect">
            <a:avLst>
              <a:gd name="adj" fmla="val 3524"/>
            </a:avLst>
          </a:prstGeom>
          <a:gradFill>
            <a:gsLst>
              <a:gs pos="0">
                <a:srgbClr val="CDD2DE"/>
              </a:gs>
              <a:gs pos="0">
                <a:schemeClr val="tx2">
                  <a:lumMod val="40000"/>
                  <a:lumOff val="60000"/>
                </a:schemeClr>
              </a:gs>
              <a:gs pos="100000">
                <a:srgbClr val="F3F5FA"/>
              </a:gs>
            </a:gsLst>
            <a:lin ang="16200000" scaled="1"/>
          </a:gradFill>
          <a:ln>
            <a:solidFill>
              <a:schemeClr val="accent5">
                <a:lumMod val="50000"/>
                <a:alpha val="5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ounded Rectangle 22"/>
          <p:cNvSpPr/>
          <p:nvPr userDrawn="1"/>
        </p:nvSpPr>
        <p:spPr>
          <a:xfrm>
            <a:off x="29386670" y="5392017"/>
            <a:ext cx="13577436" cy="26736675"/>
          </a:xfrm>
          <a:prstGeom prst="roundRect">
            <a:avLst>
              <a:gd name="adj" fmla="val 3290"/>
            </a:avLst>
          </a:prstGeom>
          <a:gradFill>
            <a:gsLst>
              <a:gs pos="0">
                <a:srgbClr val="CDD2DE"/>
              </a:gs>
              <a:gs pos="0">
                <a:schemeClr val="tx2">
                  <a:lumMod val="40000"/>
                  <a:lumOff val="60000"/>
                </a:schemeClr>
              </a:gs>
              <a:gs pos="100000">
                <a:srgbClr val="F3F5FA"/>
              </a:gs>
            </a:gsLst>
            <a:lin ang="16200000" scaled="1"/>
          </a:gradFill>
          <a:ln>
            <a:solidFill>
              <a:schemeClr val="accent5">
                <a:lumMod val="50000"/>
                <a:alpha val="5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4" name="Group 43"/>
          <p:cNvGrpSpPr/>
          <p:nvPr userDrawn="1"/>
        </p:nvGrpSpPr>
        <p:grpSpPr>
          <a:xfrm>
            <a:off x="44157839" y="-55065"/>
            <a:ext cx="11062139" cy="32973465"/>
            <a:chOff x="44157839" y="-55065"/>
            <a:chExt cx="11062139" cy="32973465"/>
          </a:xfrm>
        </p:grpSpPr>
        <p:sp>
          <p:nvSpPr>
            <p:cNvPr id="45" name="Rectangle 44"/>
            <p:cNvSpPr/>
            <p:nvPr userDrawn="1"/>
          </p:nvSpPr>
          <p:spPr>
            <a:xfrm>
              <a:off x="44157839" y="-55065"/>
              <a:ext cx="11062139" cy="32973465"/>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algn="ctr"/>
              <a:r>
                <a:rPr lang="en-US" sz="4000" b="1" spc="600" dirty="0">
                  <a:solidFill>
                    <a:schemeClr val="bg1"/>
                  </a:solidFill>
                  <a:latin typeface="Trebuchet MS" pitchFamily="34" charset="0"/>
                </a:rPr>
                <a:t>QUICK START (cont.)</a:t>
              </a:r>
            </a:p>
            <a:p>
              <a:pPr algn="ctr"/>
              <a:endParaRPr lang="en-US" sz="3600" b="1" baseline="0" dirty="0">
                <a:solidFill>
                  <a:schemeClr val="bg1"/>
                </a:solidFill>
                <a:latin typeface="Trebuchet MS" pitchFamily="34" charset="0"/>
              </a:endParaRPr>
            </a:p>
            <a:p>
              <a:pPr algn="ctr"/>
              <a:r>
                <a:rPr lang="en-US" sz="3200" b="1" baseline="0" dirty="0">
                  <a:solidFill>
                    <a:srgbClr val="FFC000"/>
                  </a:solidFill>
                  <a:latin typeface="Trebuchet MS" pitchFamily="34" charset="0"/>
                </a:rPr>
                <a:t>How to change the template color theme</a:t>
              </a:r>
            </a:p>
            <a:p>
              <a:pPr marL="0" marR="0" lvl="2" indent="0" algn="l" defTabSz="114300" rtl="0" eaLnBrk="1" fontAlgn="auto" latinLnBrk="0" hangingPunct="1">
                <a:lnSpc>
                  <a:spcPct val="100000"/>
                </a:lnSpc>
                <a:spcBef>
                  <a:spcPts val="0"/>
                </a:spcBef>
                <a:spcAft>
                  <a:spcPts val="0"/>
                </a:spcAft>
                <a:buClrTx/>
                <a:buSzTx/>
                <a:buFontTx/>
                <a:buNone/>
                <a:tabLst/>
                <a:defRPr/>
              </a:pPr>
              <a:r>
                <a:rPr lang="en-US" sz="2400" b="0" baseline="0" dirty="0">
                  <a:solidFill>
                    <a:schemeClr val="bg1">
                      <a:lumMod val="75000"/>
                    </a:schemeClr>
                  </a:solidFill>
                  <a:latin typeface="Trebuchet MS" pitchFamily="34" charset="0"/>
                </a:rPr>
                <a:t>You can easily change the color theme of your poster by going to the DESIGN menu, click on COLORS, and choose the color theme of your choice. You can </a:t>
              </a:r>
              <a:r>
                <a:rPr lang="en-US" sz="2400" b="0" spc="0" baseline="0" dirty="0">
                  <a:solidFill>
                    <a:schemeClr val="bg1">
                      <a:lumMod val="75000"/>
                    </a:schemeClr>
                  </a:solidFill>
                  <a:latin typeface="Trebuchet MS" pitchFamily="34" charset="0"/>
                </a:rPr>
                <a:t>also create your own color theme.</a:t>
              </a:r>
            </a:p>
            <a:p>
              <a:pPr marL="0" marR="0" lvl="2" indent="0" algn="l" defTabSz="114300" rtl="0" eaLnBrk="1" fontAlgn="auto" latinLnBrk="0" hangingPunct="1">
                <a:lnSpc>
                  <a:spcPct val="100000"/>
                </a:lnSpc>
                <a:spcBef>
                  <a:spcPts val="0"/>
                </a:spcBef>
                <a:spcAft>
                  <a:spcPts val="0"/>
                </a:spcAft>
                <a:buClrTx/>
                <a:buSzTx/>
                <a:buFontTx/>
                <a:buNone/>
                <a:tabLst/>
                <a:defRPr/>
              </a:pPr>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r>
                <a:rPr lang="en-US" sz="2400" b="0" baseline="0" dirty="0">
                  <a:solidFill>
                    <a:schemeClr val="bg1">
                      <a:lumMod val="75000"/>
                    </a:schemeClr>
                  </a:solidFill>
                  <a:latin typeface="Trebuchet MS" pitchFamily="34" charset="0"/>
                </a:rPr>
                <a:t>You can also manually change the color of your background by going to VIEW &gt; SLIDE MASTER.  After you finish working on the master be sure to go to VIEW &gt; NORMAL to continue working on your poster.</a:t>
              </a:r>
            </a:p>
            <a:p>
              <a:pPr marL="0" indent="0" algn="l" defTabSz="114300"/>
              <a:endParaRPr lang="en-US" sz="2400" b="0" baseline="0" dirty="0">
                <a:solidFill>
                  <a:schemeClr val="bg1">
                    <a:lumMod val="75000"/>
                  </a:schemeClr>
                </a:solidFill>
                <a:latin typeface="Trebuchet MS" pitchFamily="34" charset="0"/>
              </a:endParaRPr>
            </a:p>
            <a:p>
              <a:pPr algn="ctr"/>
              <a:r>
                <a:rPr lang="en-US" sz="3200" b="1" baseline="0" dirty="0">
                  <a:solidFill>
                    <a:srgbClr val="FFC000"/>
                  </a:solidFill>
                  <a:latin typeface="Trebuchet MS" pitchFamily="34" charset="0"/>
                </a:rPr>
                <a:t>How to add Text</a:t>
              </a:r>
            </a:p>
            <a:p>
              <a:pPr marL="3265488" lvl="2" indent="0" algn="l" defTabSz="114300"/>
              <a:r>
                <a:rPr lang="en-US" sz="2400" b="0" baseline="0" dirty="0">
                  <a:solidFill>
                    <a:schemeClr val="bg1">
                      <a:lumMod val="75000"/>
                    </a:schemeClr>
                  </a:solidFill>
                  <a:latin typeface="Trebuchet MS" pitchFamily="34" charset="0"/>
                </a:rPr>
                <a:t>The template comes with a number of pre-formatted placeholders for headers and text blocks. You can add more blocks by copying and pasting the existing ones or by adding a text box from the HOME menu. </a:t>
              </a:r>
            </a:p>
            <a:p>
              <a:pPr marL="1518341" lvl="2" indent="0" algn="l" defTabSz="114300"/>
              <a:endParaRPr lang="en-US" sz="2400" b="0" baseline="0" dirty="0">
                <a:solidFill>
                  <a:schemeClr val="bg1">
                    <a:lumMod val="75000"/>
                  </a:schemeClr>
                </a:solidFill>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lang="en-US" sz="2400" b="0" baseline="0" dirty="0">
                  <a:solidFill>
                    <a:schemeClr val="bg1">
                      <a:lumMod val="75000"/>
                    </a:schemeClr>
                  </a:solidFill>
                  <a:latin typeface="Trebuchet MS" pitchFamily="34" charset="0"/>
                </a:rPr>
                <a:t> </a:t>
              </a:r>
              <a:r>
                <a:rPr kumimoji="0" lang="en-US" sz="3200" b="1" i="0" u="none" strike="noStrike" kern="1200" cap="none" spc="0" normalizeH="0" baseline="0" noProof="0" dirty="0">
                  <a:ln>
                    <a:noFill/>
                  </a:ln>
                  <a:solidFill>
                    <a:srgbClr val="FFC000"/>
                  </a:solidFill>
                  <a:effectLst/>
                  <a:uLnTx/>
                  <a:uFillTx/>
                  <a:latin typeface="Trebuchet MS" pitchFamily="34" charset="0"/>
                </a:rPr>
                <a:t>Text size</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Adjust the size of your text based on how much content you have to present. The default template text offers a good starting point. Follow the conference requirements.</a:t>
              </a:r>
              <a:endParaRPr lang="en-US" sz="2400" b="0" baseline="0" dirty="0">
                <a:solidFill>
                  <a:schemeClr val="bg1">
                    <a:lumMod val="75000"/>
                  </a:schemeClr>
                </a:solidFill>
                <a:latin typeface="Trebuchet MS" pitchFamily="34" charset="0"/>
              </a:endParaRPr>
            </a:p>
            <a:p>
              <a:pPr marL="1518341" lvl="2" indent="0" algn="l" defTabSz="114300"/>
              <a:endParaRPr lang="en-US" sz="2400" b="0" baseline="0" dirty="0">
                <a:solidFill>
                  <a:schemeClr val="bg1">
                    <a:lumMod val="75000"/>
                  </a:schemeClr>
                </a:solidFill>
                <a:latin typeface="Trebuchet MS" pitchFamily="34" charset="0"/>
              </a:endParaRPr>
            </a:p>
            <a:p>
              <a:pPr algn="ctr"/>
              <a:r>
                <a:rPr lang="en-US" sz="3200" b="1" baseline="0" dirty="0">
                  <a:solidFill>
                    <a:srgbClr val="FFC000"/>
                  </a:solidFill>
                  <a:latin typeface="Trebuchet MS" pitchFamily="34" charset="0"/>
                </a:rPr>
                <a:t>How to add Tables</a:t>
              </a:r>
            </a:p>
            <a:p>
              <a:pPr marL="1730375" lvl="1" indent="0" algn="l" defTabSz="114300"/>
              <a:r>
                <a:rPr lang="en-US" sz="2400" b="0" baseline="0" dirty="0">
                  <a:solidFill>
                    <a:schemeClr val="bg1">
                      <a:lumMod val="75000"/>
                    </a:schemeClr>
                  </a:solidFill>
                  <a:latin typeface="Trebuchet MS" pitchFamily="34" charset="0"/>
                </a:rPr>
                <a:t>To add a table from scratch go to the INSERT menu and </a:t>
              </a:r>
              <a:br>
                <a:rPr lang="en-US" sz="2400" b="0" baseline="0" dirty="0">
                  <a:solidFill>
                    <a:schemeClr val="bg1">
                      <a:lumMod val="75000"/>
                    </a:schemeClr>
                  </a:solidFill>
                  <a:latin typeface="Trebuchet MS" pitchFamily="34" charset="0"/>
                </a:rPr>
              </a:br>
              <a:r>
                <a:rPr lang="en-US" sz="2400" b="0" baseline="0" dirty="0">
                  <a:solidFill>
                    <a:schemeClr val="bg1">
                      <a:lumMod val="75000"/>
                    </a:schemeClr>
                  </a:solidFill>
                  <a:latin typeface="Trebuchet MS" pitchFamily="34" charset="0"/>
                </a:rPr>
                <a:t>click on TABLE. A drop-down box will help you select rows and columns. </a:t>
              </a:r>
            </a:p>
            <a:p>
              <a:pPr marL="0" lvl="0" indent="0" algn="l" defTabSz="114300"/>
              <a:r>
                <a:rPr lang="en-US" sz="2400" b="0" baseline="0" dirty="0">
                  <a:solidFill>
                    <a:schemeClr val="bg1">
                      <a:lumMod val="75000"/>
                    </a:schemeClr>
                  </a:solidFill>
                  <a:latin typeface="Trebuchet MS" pitchFamily="34" charset="0"/>
                </a:rPr>
                <a:t>You can also copy and a paste a table from Word or another PowerPoint document. A pasted table may need to be re-formatted by RIGHT-CLICK &gt; FORMAT SHAPE, TEXT BOX, Margins.</a:t>
              </a:r>
            </a:p>
            <a:p>
              <a:pPr marL="0" lvl="0" indent="0" algn="l" defTabSz="114300"/>
              <a:endParaRPr lang="en-US" sz="2400" b="0" baseline="0" dirty="0">
                <a:solidFill>
                  <a:schemeClr val="bg1">
                    <a:lumMod val="75000"/>
                  </a:schemeClr>
                </a:solidFill>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Graphs / Charts</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You can simply copy and paste charts and graphs from Excel or Word. Some reformatting may be required depending on how the original document has been created.</a:t>
              </a:r>
            </a:p>
            <a:p>
              <a:pPr marL="0" marR="0" lvl="0" indent="0" algn="l" defTabSz="1143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white">
                    <a:lumMod val="75000"/>
                  </a:prstClr>
                </a:solidFill>
                <a:effectLst/>
                <a:uLnTx/>
                <a:uFillTx/>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How to change the column configuration</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RIGHT-CLICK on the poster background and select LAYOUT to see the column options available for this template. The poster columns can also be customized on the Master. VIEW &gt; MASTER.</a:t>
              </a:r>
            </a:p>
            <a:p>
              <a:pPr marL="0" marR="0" lvl="0" indent="0" algn="ctr" defTabSz="1518341" rtl="0" eaLnBrk="1" fontAlgn="auto" latinLnBrk="0" hangingPunct="1">
                <a:lnSpc>
                  <a:spcPct val="100000"/>
                </a:lnSpc>
                <a:spcBef>
                  <a:spcPts val="0"/>
                </a:spcBef>
                <a:spcAft>
                  <a:spcPts val="0"/>
                </a:spcAft>
                <a:buClrTx/>
                <a:buSzTx/>
                <a:buFontTx/>
                <a:buNone/>
                <a:tabLst/>
                <a:defRPr/>
              </a:pPr>
              <a:endParaRPr kumimoji="0" lang="en-US" sz="3200" b="1" i="0" u="none" strike="noStrike" kern="1200" cap="none" spc="0" normalizeH="0" baseline="0" noProof="0" dirty="0">
                <a:ln>
                  <a:noFill/>
                </a:ln>
                <a:solidFill>
                  <a:srgbClr val="FFC000"/>
                </a:solidFill>
                <a:effectLst/>
                <a:uLnTx/>
                <a:uFillTx/>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How to remove the info bars</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If you are working in PowerPoint for Windows and have finished your poster, save as PDF and the bars will not be included. You can also delete them by going to VIEW &gt; MASTER. On the Mac adjust the Page-Setup to match the Page-Setup in PowerPoint before you create a PDF. You can also delete them from the Slide Master.</a:t>
              </a:r>
            </a:p>
            <a:p>
              <a:pPr marL="0" marR="0" lvl="0" indent="0" algn="l" defTabSz="1143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white">
                    <a:lumMod val="75000"/>
                  </a:prstClr>
                </a:solidFill>
                <a:effectLst/>
                <a:uLnTx/>
                <a:uFillTx/>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Save your work</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Save your template as a PowerPoint document. For printing, save as PowerPoint or “Print-quality” PDF.</a:t>
              </a:r>
            </a:p>
            <a:p>
              <a:pPr marL="0" marR="0" lvl="0" indent="0" algn="l" defTabSz="114300" rtl="0" eaLnBrk="1" fontAlgn="auto" latinLnBrk="0" hangingPunct="1">
                <a:lnSpc>
                  <a:spcPct val="100000"/>
                </a:lnSpc>
                <a:spcBef>
                  <a:spcPts val="0"/>
                </a:spcBef>
                <a:spcAft>
                  <a:spcPts val="0"/>
                </a:spcAft>
                <a:buClrTx/>
                <a:buSzTx/>
                <a:buFontTx/>
                <a:buNone/>
                <a:tabLst/>
                <a:defRPr/>
              </a:pPr>
              <a:endParaRPr lang="en-US" sz="2400" b="0" baseline="0" dirty="0">
                <a:solidFill>
                  <a:schemeClr val="bg1">
                    <a:lumMod val="75000"/>
                  </a:schemeClr>
                </a:solidFill>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Print your poster</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When you are ready to have your poster printed go online to PosterPresentations.com and click on the “Order Your Poster” button. Choose the poster type the best suits your needs and submit your order. If you submit a PowerPoint document you will be receiving a PDF proof for your approval prior to printing. If your order is placed and paid for before noon, Pacific, Monday through Friday, your order will ship out that same day. Next day, Second day, Third day, and Free Ground services are offered. Go to PosterPresentations.com for more information.</a:t>
              </a:r>
            </a:p>
            <a:p>
              <a:pPr marL="0" marR="0" lvl="0" indent="0" algn="l" defTabSz="114300" rtl="0" eaLnBrk="1" fontAlgn="auto" latinLnBrk="0" hangingPunct="1">
                <a:lnSpc>
                  <a:spcPct val="100000"/>
                </a:lnSpc>
                <a:spcBef>
                  <a:spcPts val="0"/>
                </a:spcBef>
                <a:spcAft>
                  <a:spcPts val="0"/>
                </a:spcAft>
                <a:buClrTx/>
                <a:buSzTx/>
                <a:buFontTx/>
                <a:buNone/>
                <a:tabLst/>
                <a:defRPr/>
              </a:pPr>
              <a:endParaRPr kumimoji="0" lang="en-US" sz="2800" b="0" i="0" u="none" strike="noStrike" kern="1200" cap="none" spc="0" normalizeH="0" baseline="0" noProof="0" dirty="0">
                <a:ln>
                  <a:noFill/>
                </a:ln>
                <a:solidFill>
                  <a:prstClr val="white">
                    <a:lumMod val="75000"/>
                  </a:prstClr>
                </a:solidFill>
                <a:effectLst/>
                <a:uLnTx/>
                <a:uFillTx/>
                <a:latin typeface="Trebuchet MS" pitchFamily="34" charset="0"/>
              </a:endParaRPr>
            </a:p>
          </p:txBody>
        </p:sp>
        <p:graphicFrame>
          <p:nvGraphicFramePr>
            <p:cNvPr id="46" name="Object 45"/>
            <p:cNvGraphicFramePr>
              <a:graphicFrameLocks noChangeAspect="1"/>
            </p:cNvGraphicFramePr>
            <p:nvPr userDrawn="1">
              <p:extLst>
                <p:ext uri="{D42A27DB-BD31-4B8C-83A1-F6EECF244321}">
                  <p14:modId xmlns:p14="http://schemas.microsoft.com/office/powerpoint/2010/main" val="262704017"/>
                </p:ext>
              </p:extLst>
            </p:nvPr>
          </p:nvGraphicFramePr>
          <p:xfrm>
            <a:off x="46915679" y="3349444"/>
            <a:ext cx="5586150" cy="2063772"/>
          </p:xfrm>
          <a:graphic>
            <a:graphicData uri="http://schemas.openxmlformats.org/presentationml/2006/ole">
              <mc:AlternateContent xmlns:mc="http://schemas.openxmlformats.org/markup-compatibility/2006">
                <mc:Choice xmlns:v="urn:schemas-microsoft-com:vml" Requires="v">
                  <p:oleObj name="Image" r:id="rId3" imgW="4571280" imgH="1688760" progId="Photoshop.Image.13">
                    <p:embed/>
                  </p:oleObj>
                </mc:Choice>
                <mc:Fallback>
                  <p:oleObj name="Image" r:id="rId3" imgW="4571280" imgH="1688760" progId="Photoshop.Image.13">
                    <p:embed/>
                    <p:pic>
                      <p:nvPicPr>
                        <p:cNvPr id="46" name="Object 45"/>
                        <p:cNvPicPr/>
                        <p:nvPr/>
                      </p:nvPicPr>
                      <p:blipFill>
                        <a:blip r:embed="rId4"/>
                        <a:stretch>
                          <a:fillRect/>
                        </a:stretch>
                      </p:blipFill>
                      <p:spPr>
                        <a:xfrm>
                          <a:off x="46915679" y="3349444"/>
                          <a:ext cx="5586150" cy="2063772"/>
                        </a:xfrm>
                        <a:prstGeom prst="rect">
                          <a:avLst/>
                        </a:prstGeom>
                      </p:spPr>
                    </p:pic>
                  </p:oleObj>
                </mc:Fallback>
              </mc:AlternateContent>
            </a:graphicData>
          </a:graphic>
        </p:graphicFrame>
        <p:pic>
          <p:nvPicPr>
            <p:cNvPr id="47" name="Picture 46"/>
            <p:cNvPicPr>
              <a:picLocks noChangeAspect="1"/>
            </p:cNvPicPr>
            <p:nvPr userDrawn="1"/>
          </p:nvPicPr>
          <p:blipFill>
            <a:blip r:embed="rId5"/>
            <a:stretch>
              <a:fillRect/>
            </a:stretch>
          </p:blipFill>
          <p:spPr>
            <a:xfrm>
              <a:off x="44621819" y="7740040"/>
              <a:ext cx="2969584" cy="1370577"/>
            </a:xfrm>
            <a:prstGeom prst="rect">
              <a:avLst/>
            </a:prstGeom>
            <a:ln>
              <a:noFill/>
            </a:ln>
          </p:spPr>
        </p:pic>
        <p:graphicFrame>
          <p:nvGraphicFramePr>
            <p:cNvPr id="48" name="Object 47"/>
            <p:cNvGraphicFramePr>
              <a:graphicFrameLocks noChangeAspect="1"/>
            </p:cNvGraphicFramePr>
            <p:nvPr userDrawn="1">
              <p:extLst>
                <p:ext uri="{D42A27DB-BD31-4B8C-83A1-F6EECF244321}">
                  <p14:modId xmlns:p14="http://schemas.microsoft.com/office/powerpoint/2010/main" val="2040245264"/>
                </p:ext>
              </p:extLst>
            </p:nvPr>
          </p:nvGraphicFramePr>
          <p:xfrm>
            <a:off x="44629619" y="12347263"/>
            <a:ext cx="1482266" cy="992162"/>
          </p:xfrm>
          <a:graphic>
            <a:graphicData uri="http://schemas.openxmlformats.org/presentationml/2006/ole">
              <mc:AlternateContent xmlns:mc="http://schemas.openxmlformats.org/markup-compatibility/2006">
                <mc:Choice xmlns:v="urn:schemas-microsoft-com:vml" Requires="v">
                  <p:oleObj name="Image" r:id="rId6" imgW="1574280" imgH="1053720" progId="Photoshop.Image.13">
                    <p:embed/>
                  </p:oleObj>
                </mc:Choice>
                <mc:Fallback>
                  <p:oleObj name="Image" r:id="rId6" imgW="1574280" imgH="1053720" progId="Photoshop.Image.13">
                    <p:embed/>
                    <p:pic>
                      <p:nvPicPr>
                        <p:cNvPr id="48" name="Object 47"/>
                        <p:cNvPicPr/>
                        <p:nvPr/>
                      </p:nvPicPr>
                      <p:blipFill>
                        <a:blip r:embed="rId7"/>
                        <a:stretch>
                          <a:fillRect/>
                        </a:stretch>
                      </p:blipFill>
                      <p:spPr>
                        <a:xfrm>
                          <a:off x="44629619" y="12347263"/>
                          <a:ext cx="1482266" cy="992162"/>
                        </a:xfrm>
                        <a:prstGeom prst="rect">
                          <a:avLst/>
                        </a:prstGeom>
                      </p:spPr>
                    </p:pic>
                  </p:oleObj>
                </mc:Fallback>
              </mc:AlternateContent>
            </a:graphicData>
          </a:graphic>
        </p:graphicFrame>
        <p:grpSp>
          <p:nvGrpSpPr>
            <p:cNvPr id="49" name="Group 48"/>
            <p:cNvGrpSpPr/>
            <p:nvPr userDrawn="1"/>
          </p:nvGrpSpPr>
          <p:grpSpPr>
            <a:xfrm>
              <a:off x="44487207" y="29414560"/>
              <a:ext cx="10354213" cy="1265612"/>
              <a:chOff x="44200453" y="28362386"/>
              <a:chExt cx="9771399" cy="1090622"/>
            </a:xfrm>
          </p:grpSpPr>
          <p:sp>
            <p:nvSpPr>
              <p:cNvPr id="51" name="Rounded Rectangle 50"/>
              <p:cNvSpPr/>
              <p:nvPr userDrawn="1"/>
            </p:nvSpPr>
            <p:spPr>
              <a:xfrm>
                <a:off x="44200453" y="28362386"/>
                <a:ext cx="9771398" cy="1090622"/>
              </a:xfrm>
              <a:prstGeom prst="round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2" name="Picture 7" descr="http://t2.gstatic.com/images?q=tbn:ANd9GcR4APHC6TT9w54M2zn_pvCiBxUNcspYPoVxirLRphBoJabfSvu7zw">
                <a:hlinkClick r:id="rId8"/>
              </p:cNvPr>
              <p:cNvPicPr>
                <a:picLocks noChangeAspect="1" noChangeArrowheads="1"/>
              </p:cNvPicPr>
              <p:nvPr userDrawn="1"/>
            </p:nvPicPr>
            <p:blipFill>
              <a:blip r:embed="rId9" cstate="print"/>
              <a:srcRect/>
              <a:stretch>
                <a:fillRect/>
              </a:stretch>
            </p:blipFill>
            <p:spPr bwMode="auto">
              <a:xfrm>
                <a:off x="44326393" y="28460718"/>
                <a:ext cx="914401" cy="914399"/>
              </a:xfrm>
              <a:prstGeom prst="rect">
                <a:avLst/>
              </a:prstGeom>
              <a:noFill/>
              <a:ln>
                <a:noFill/>
              </a:ln>
            </p:spPr>
          </p:pic>
          <p:sp>
            <p:nvSpPr>
              <p:cNvPr id="53" name="TextBox 52"/>
              <p:cNvSpPr txBox="1"/>
              <p:nvPr userDrawn="1"/>
            </p:nvSpPr>
            <p:spPr>
              <a:xfrm>
                <a:off x="45300663" y="28552305"/>
                <a:ext cx="8671189" cy="716099"/>
              </a:xfrm>
              <a:prstGeom prst="rect">
                <a:avLst/>
              </a:prstGeom>
              <a:noFill/>
              <a:ln>
                <a:noFill/>
              </a:ln>
            </p:spPr>
            <p:txBody>
              <a:bodyPr wrap="square" rtlCol="0">
                <a:spAutoFit/>
              </a:bodyPr>
              <a:lstStyle/>
              <a:p>
                <a:r>
                  <a:rPr lang="en-US" sz="2400" dirty="0">
                    <a:solidFill>
                      <a:schemeClr val="tx2"/>
                    </a:solidFill>
                    <a:latin typeface="Trebuchet MS" pitchFamily="34" charset="0"/>
                  </a:rPr>
                  <a:t>Student</a:t>
                </a:r>
                <a:r>
                  <a:rPr lang="en-US" sz="2400" baseline="0" dirty="0">
                    <a:solidFill>
                      <a:schemeClr val="tx2"/>
                    </a:solidFill>
                    <a:latin typeface="Trebuchet MS" pitchFamily="34" charset="0"/>
                  </a:rPr>
                  <a:t> discounts are available on our </a:t>
                </a:r>
                <a:r>
                  <a:rPr lang="en-US" sz="2400" baseline="0" dirty="0" err="1">
                    <a:solidFill>
                      <a:schemeClr val="tx2"/>
                    </a:solidFill>
                    <a:latin typeface="Trebuchet MS" pitchFamily="34" charset="0"/>
                  </a:rPr>
                  <a:t>Facebook</a:t>
                </a:r>
                <a:r>
                  <a:rPr lang="en-US" sz="2400" baseline="0" dirty="0">
                    <a:solidFill>
                      <a:schemeClr val="tx2"/>
                    </a:solidFill>
                    <a:latin typeface="Trebuchet MS" pitchFamily="34" charset="0"/>
                  </a:rPr>
                  <a:t> page.</a:t>
                </a:r>
                <a:br>
                  <a:rPr lang="en-US" sz="2400" baseline="0" dirty="0">
                    <a:solidFill>
                      <a:schemeClr val="tx2"/>
                    </a:solidFill>
                    <a:latin typeface="Trebuchet MS" pitchFamily="34" charset="0"/>
                  </a:rPr>
                </a:br>
                <a:r>
                  <a:rPr lang="en-US" sz="2400" baseline="0" dirty="0">
                    <a:solidFill>
                      <a:schemeClr val="tx2"/>
                    </a:solidFill>
                    <a:latin typeface="Trebuchet MS" pitchFamily="34" charset="0"/>
                  </a:rPr>
                  <a:t>Go to </a:t>
                </a:r>
                <a:r>
                  <a:rPr lang="en-US" sz="2400" u="sng" baseline="0" dirty="0">
                    <a:solidFill>
                      <a:schemeClr val="tx2"/>
                    </a:solidFill>
                    <a:latin typeface="Trebuchet MS" pitchFamily="34" charset="0"/>
                  </a:rPr>
                  <a:t>PosterPresentations.com</a:t>
                </a:r>
                <a:r>
                  <a:rPr lang="en-US" sz="2400" baseline="0" dirty="0">
                    <a:solidFill>
                      <a:schemeClr val="tx2"/>
                    </a:solidFill>
                    <a:latin typeface="Trebuchet MS" pitchFamily="34" charset="0"/>
                  </a:rPr>
                  <a:t> and click on the FB icon. </a:t>
                </a:r>
                <a:endParaRPr lang="en-US" sz="2400" dirty="0">
                  <a:solidFill>
                    <a:schemeClr val="tx2"/>
                  </a:solidFill>
                  <a:latin typeface="Trebuchet MS" pitchFamily="34" charset="0"/>
                </a:endParaRPr>
              </a:p>
            </p:txBody>
          </p:sp>
        </p:grpSp>
        <p:sp>
          <p:nvSpPr>
            <p:cNvPr id="50" name="TextBox 49"/>
            <p:cNvSpPr txBox="1"/>
            <p:nvPr userDrawn="1"/>
          </p:nvSpPr>
          <p:spPr>
            <a:xfrm>
              <a:off x="44262808" y="31169782"/>
              <a:ext cx="6870215" cy="1399638"/>
            </a:xfrm>
            <a:prstGeom prst="rect">
              <a:avLst/>
            </a:prstGeom>
            <a:noFill/>
          </p:spPr>
          <p:txBody>
            <a:bodyPr wrap="square" lIns="65304" tIns="32651" rIns="65304" bIns="32651" rtlCol="0">
              <a:spAutoFit/>
            </a:bodyPr>
            <a:lstStyle/>
            <a:p>
              <a:pPr>
                <a:lnSpc>
                  <a:spcPts val="2600"/>
                </a:lnSpc>
              </a:pPr>
              <a:r>
                <a:rPr lang="en-US" sz="2800" dirty="0">
                  <a:solidFill>
                    <a:schemeClr val="bg1"/>
                  </a:solidFill>
                </a:rPr>
                <a:t>© 2015</a:t>
              </a:r>
              <a:r>
                <a:rPr lang="en-US" sz="2800" baseline="0" dirty="0">
                  <a:solidFill>
                    <a:schemeClr val="bg1"/>
                  </a:solidFill>
                </a:rPr>
                <a:t> </a:t>
              </a:r>
              <a:r>
                <a:rPr lang="en-US" sz="2800" dirty="0">
                  <a:solidFill>
                    <a:schemeClr val="bg1"/>
                  </a:solidFill>
                </a:rPr>
                <a:t>PosterPresentations.com</a:t>
              </a:r>
              <a:br>
                <a:rPr lang="en-US" sz="2800" dirty="0">
                  <a:solidFill>
                    <a:schemeClr val="bg1"/>
                  </a:solidFill>
                </a:rPr>
              </a:br>
              <a:r>
                <a:rPr lang="en-US" sz="2800" dirty="0">
                  <a:solidFill>
                    <a:schemeClr val="bg1"/>
                  </a:solidFill>
                </a:rPr>
                <a:t>    </a:t>
              </a:r>
              <a:r>
                <a:rPr lang="en-US" sz="2400" dirty="0">
                  <a:solidFill>
                    <a:schemeClr val="bg1"/>
                  </a:solidFill>
                </a:rPr>
                <a:t>2117 Fourth Street ,</a:t>
              </a:r>
              <a:r>
                <a:rPr lang="en-US" sz="2400" baseline="0" dirty="0">
                  <a:solidFill>
                    <a:schemeClr val="bg1"/>
                  </a:solidFill>
                </a:rPr>
                <a:t> Unit C        </a:t>
              </a:r>
            </a:p>
            <a:p>
              <a:pPr>
                <a:lnSpc>
                  <a:spcPts val="2600"/>
                </a:lnSpc>
              </a:pPr>
              <a:r>
                <a:rPr lang="en-US" sz="2400" baseline="0" dirty="0">
                  <a:solidFill>
                    <a:schemeClr val="bg1"/>
                  </a:solidFill>
                </a:rPr>
                <a:t>     Berkeley CA </a:t>
              </a:r>
              <a:r>
                <a:rPr lang="en-US" sz="2000" baseline="0" dirty="0">
                  <a:solidFill>
                    <a:schemeClr val="bg1"/>
                  </a:solidFill>
                </a:rPr>
                <a:t>94710</a:t>
              </a:r>
              <a:br>
                <a:rPr lang="en-US" sz="2400" baseline="0" dirty="0">
                  <a:solidFill>
                    <a:schemeClr val="bg1"/>
                  </a:solidFill>
                </a:rPr>
              </a:br>
              <a:r>
                <a:rPr lang="en-US" sz="2400" baseline="0" dirty="0">
                  <a:solidFill>
                    <a:schemeClr val="bg1"/>
                  </a:solidFill>
                </a:rPr>
                <a:t>    </a:t>
              </a:r>
              <a:r>
                <a:rPr lang="en-US" sz="2400" b="1" baseline="0" dirty="0">
                  <a:solidFill>
                    <a:srgbClr val="FFFF00"/>
                  </a:solidFill>
                </a:rPr>
                <a:t>posterpresenter@gmail.com</a:t>
              </a:r>
              <a:endParaRPr lang="en-US" sz="2800" b="1" dirty="0">
                <a:solidFill>
                  <a:srgbClr val="FFFF00"/>
                </a:solidFill>
              </a:endParaRPr>
            </a:p>
          </p:txBody>
        </p:sp>
      </p:grpSp>
      <p:grpSp>
        <p:nvGrpSpPr>
          <p:cNvPr id="54" name="Group 53"/>
          <p:cNvGrpSpPr/>
          <p:nvPr userDrawn="1"/>
        </p:nvGrpSpPr>
        <p:grpSpPr>
          <a:xfrm>
            <a:off x="-11225189" y="-1"/>
            <a:ext cx="11018865" cy="32918401"/>
            <a:chOff x="-11225189" y="-1"/>
            <a:chExt cx="11018865" cy="32918401"/>
          </a:xfrm>
        </p:grpSpPr>
        <p:sp>
          <p:nvSpPr>
            <p:cNvPr id="55" name="Rectangle 54"/>
            <p:cNvSpPr/>
            <p:nvPr/>
          </p:nvSpPr>
          <p:spPr>
            <a:xfrm>
              <a:off x="-11216136" y="-1"/>
              <a:ext cx="11009812" cy="32918401"/>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marL="0" marR="0" indent="0" algn="ctr" defTabSz="1518341" rtl="0" eaLnBrk="1" fontAlgn="auto" latinLnBrk="0" hangingPunct="1">
                <a:lnSpc>
                  <a:spcPct val="100000"/>
                </a:lnSpc>
                <a:spcBef>
                  <a:spcPts val="0"/>
                </a:spcBef>
                <a:spcAft>
                  <a:spcPts val="0"/>
                </a:spcAft>
                <a:buClrTx/>
                <a:buSzTx/>
                <a:buFontTx/>
                <a:buNone/>
                <a:tabLst/>
                <a:defRPr/>
              </a:pPr>
              <a:r>
                <a:rPr lang="en-US" sz="3200" b="1" spc="0" dirty="0">
                  <a:solidFill>
                    <a:srgbClr val="FF0000"/>
                  </a:solidFill>
                  <a:latin typeface="Trebuchet MS" pitchFamily="34" charset="0"/>
                </a:rPr>
                <a:t>(—THIS SIDEBAR DOES NOT PRINT—)</a:t>
              </a:r>
              <a:endParaRPr lang="en-US" sz="3200" b="1" spc="600" dirty="0">
                <a:solidFill>
                  <a:schemeClr val="bg1"/>
                </a:solidFill>
                <a:latin typeface="Trebuchet MS" pitchFamily="34" charset="0"/>
              </a:endParaRPr>
            </a:p>
            <a:p>
              <a:pPr algn="ctr"/>
              <a:r>
                <a:rPr lang="en-US" sz="4000" b="1" spc="600" dirty="0">
                  <a:solidFill>
                    <a:schemeClr val="bg1"/>
                  </a:solidFill>
                  <a:latin typeface="Trebuchet MS" pitchFamily="34" charset="0"/>
                </a:rPr>
                <a:t>DESIGN</a:t>
              </a:r>
              <a:r>
                <a:rPr lang="en-US" sz="4000" b="1" spc="600" baseline="0" dirty="0">
                  <a:solidFill>
                    <a:schemeClr val="bg1"/>
                  </a:solidFill>
                  <a:latin typeface="Trebuchet MS" pitchFamily="34" charset="0"/>
                </a:rPr>
                <a:t> </a:t>
              </a:r>
              <a:r>
                <a:rPr lang="en-US" sz="4000" b="1" spc="600" dirty="0">
                  <a:solidFill>
                    <a:schemeClr val="bg1"/>
                  </a:solidFill>
                  <a:latin typeface="Trebuchet MS" pitchFamily="34" charset="0"/>
                </a:rPr>
                <a:t>GUIDE</a:t>
              </a:r>
            </a:p>
            <a:p>
              <a:pPr algn="ctr"/>
              <a:endParaRPr lang="en-US" sz="2800" b="1" dirty="0">
                <a:latin typeface="Trebuchet MS" pitchFamily="34" charset="0"/>
              </a:endParaRPr>
            </a:p>
            <a:p>
              <a:pPr defTabSz="3765639"/>
              <a:r>
                <a:rPr lang="en-US" sz="2800" i="0" dirty="0">
                  <a:latin typeface="Trebuchet MS" pitchFamily="34" charset="0"/>
                </a:rPr>
                <a:t>This PowerPoint</a:t>
              </a:r>
              <a:r>
                <a:rPr lang="en-US" sz="2800" i="0" baseline="0" dirty="0">
                  <a:latin typeface="Trebuchet MS" pitchFamily="34" charset="0"/>
                </a:rPr>
                <a:t> </a:t>
              </a:r>
              <a:r>
                <a:rPr lang="en-US" sz="2800" i="0" dirty="0">
                  <a:latin typeface="Trebuchet MS" pitchFamily="34" charset="0"/>
                </a:rPr>
                <a:t>2007 template produces</a:t>
              </a:r>
              <a:r>
                <a:rPr lang="en-US" sz="2800" i="0" baseline="0" dirty="0">
                  <a:latin typeface="Trebuchet MS" pitchFamily="34" charset="0"/>
                </a:rPr>
                <a:t> </a:t>
              </a:r>
              <a:r>
                <a:rPr lang="en-US" sz="2800" i="0" dirty="0">
                  <a:latin typeface="Trebuchet MS" pitchFamily="34" charset="0"/>
                </a:rPr>
                <a:t>a 36”x48” presentation poster. </a:t>
              </a:r>
              <a:r>
                <a:rPr lang="en-US" sz="2800" dirty="0">
                  <a:latin typeface="Trebuchet MS" pitchFamily="34" charset="0"/>
                </a:rPr>
                <a:t>You</a:t>
              </a:r>
              <a:r>
                <a:rPr lang="en-US" sz="2800" baseline="0" dirty="0">
                  <a:latin typeface="Trebuchet MS" pitchFamily="34" charset="0"/>
                </a:rPr>
                <a:t> can u</a:t>
              </a:r>
              <a:r>
                <a:rPr lang="en-US" sz="2800" dirty="0">
                  <a:latin typeface="Trebuchet MS" pitchFamily="34" charset="0"/>
                </a:rPr>
                <a:t>se</a:t>
              </a:r>
              <a:r>
                <a:rPr lang="en-US" sz="2800" baseline="0" dirty="0">
                  <a:latin typeface="Trebuchet MS" pitchFamily="34" charset="0"/>
                </a:rPr>
                <a:t> it to create your research poster and </a:t>
              </a:r>
              <a:r>
                <a:rPr lang="en-US" sz="2800" dirty="0">
                  <a:latin typeface="Trebuchet MS" pitchFamily="34" charset="0"/>
                </a:rPr>
                <a:t>save valuable time placing titles, subtitles,</a:t>
              </a:r>
              <a:r>
                <a:rPr lang="en-US" sz="2800" baseline="0" dirty="0">
                  <a:latin typeface="Trebuchet MS" pitchFamily="34" charset="0"/>
                </a:rPr>
                <a:t> text, and graphics</a:t>
              </a:r>
              <a:r>
                <a:rPr lang="en-US" sz="2800" dirty="0">
                  <a:latin typeface="Trebuchet MS" pitchFamily="34" charset="0"/>
                </a:rPr>
                <a:t>. </a:t>
              </a:r>
            </a:p>
            <a:p>
              <a:pPr defTabSz="3765639"/>
              <a:endParaRPr lang="en-US" sz="2800" dirty="0">
                <a:latin typeface="Trebuchet MS" pitchFamily="34" charset="0"/>
              </a:endParaRPr>
            </a:p>
            <a:p>
              <a:pPr defTabSz="4389219"/>
              <a:r>
                <a:rPr lang="en-US" sz="2800" dirty="0">
                  <a:latin typeface="Trebuchet MS" pitchFamily="34" charset="0"/>
                </a:rPr>
                <a:t>We provide a series of online tutorials that will guide you through the poster design process and answer your poster production questions. To view our template tutorials, go online to </a:t>
              </a:r>
              <a:r>
                <a:rPr lang="en-US" sz="2800" b="1" dirty="0">
                  <a:solidFill>
                    <a:srgbClr val="FFC000"/>
                  </a:solidFill>
                  <a:latin typeface="Trebuchet MS" pitchFamily="34" charset="0"/>
                </a:rPr>
                <a:t>PosterPresentations.com</a:t>
              </a:r>
              <a:r>
                <a:rPr lang="en-US" sz="2800" b="1" dirty="0">
                  <a:solidFill>
                    <a:schemeClr val="bg1"/>
                  </a:solidFill>
                  <a:latin typeface="Trebuchet MS" pitchFamily="34" charset="0"/>
                </a:rPr>
                <a:t> </a:t>
              </a:r>
              <a:r>
                <a:rPr lang="en-US" sz="2800" dirty="0">
                  <a:solidFill>
                    <a:schemeClr val="bg1"/>
                  </a:solidFill>
                  <a:latin typeface="Trebuchet MS" pitchFamily="34" charset="0"/>
                </a:rPr>
                <a:t>and click on HELP DESK.</a:t>
              </a:r>
            </a:p>
            <a:p>
              <a:pPr defTabSz="4389219"/>
              <a:endParaRPr lang="en-US" sz="2800" dirty="0">
                <a:latin typeface="Trebuchet MS" pitchFamily="34" charset="0"/>
              </a:endParaRPr>
            </a:p>
            <a:p>
              <a:pPr defTabSz="4389219"/>
              <a:r>
                <a:rPr lang="en-US" sz="2800" dirty="0">
                  <a:solidFill>
                    <a:schemeClr val="bg1"/>
                  </a:solidFill>
                  <a:latin typeface="Trebuchet MS" pitchFamily="34" charset="0"/>
                </a:rPr>
                <a:t>When</a:t>
              </a:r>
              <a:r>
                <a:rPr lang="en-US" sz="2800" baseline="0" dirty="0">
                  <a:solidFill>
                    <a:schemeClr val="bg1"/>
                  </a:solidFill>
                  <a:latin typeface="Trebuchet MS" pitchFamily="34" charset="0"/>
                </a:rPr>
                <a:t> you are ready to print your poster</a:t>
              </a:r>
              <a:r>
                <a:rPr lang="en-US" sz="2800" dirty="0">
                  <a:solidFill>
                    <a:schemeClr val="bg1"/>
                  </a:solidFill>
                  <a:latin typeface="Trebuchet MS" pitchFamily="34" charset="0"/>
                </a:rPr>
                <a:t>,</a:t>
              </a:r>
              <a:r>
                <a:rPr lang="en-US" sz="2800" baseline="0" dirty="0">
                  <a:solidFill>
                    <a:schemeClr val="bg1"/>
                  </a:solidFill>
                  <a:latin typeface="Trebuchet MS" pitchFamily="34" charset="0"/>
                </a:rPr>
                <a:t> go online to </a:t>
              </a:r>
              <a:r>
                <a:rPr lang="en-US" sz="2800" b="0" dirty="0">
                  <a:solidFill>
                    <a:schemeClr val="bg1"/>
                  </a:solidFill>
                  <a:latin typeface="Trebuchet MS" pitchFamily="34" charset="0"/>
                </a:rPr>
                <a:t>PosterPresentations.com</a:t>
              </a:r>
              <a:br>
                <a:rPr lang="en-US" sz="2800" dirty="0">
                  <a:solidFill>
                    <a:schemeClr val="bg1"/>
                  </a:solidFill>
                  <a:latin typeface="Trebuchet MS" pitchFamily="34" charset="0"/>
                </a:rPr>
              </a:br>
              <a:endParaRPr lang="en-US" sz="2800" dirty="0">
                <a:solidFill>
                  <a:schemeClr val="bg1"/>
                </a:solidFill>
                <a:latin typeface="Trebuchet MS" pitchFamily="34" charset="0"/>
              </a:endParaRPr>
            </a:p>
            <a:p>
              <a:pPr algn="l" defTabSz="3765639"/>
              <a:r>
                <a:rPr lang="en-US" sz="2800" b="0" dirty="0">
                  <a:solidFill>
                    <a:schemeClr val="bg1"/>
                  </a:solidFill>
                  <a:latin typeface="Trebuchet MS" pitchFamily="34" charset="0"/>
                </a:rPr>
                <a:t>Need</a:t>
              </a:r>
              <a:r>
                <a:rPr lang="en-US" sz="2800" b="0" baseline="0" dirty="0">
                  <a:solidFill>
                    <a:schemeClr val="bg1"/>
                  </a:solidFill>
                  <a:latin typeface="Trebuchet MS" pitchFamily="34" charset="0"/>
                </a:rPr>
                <a:t> assistance? Call us at </a:t>
              </a:r>
              <a:r>
                <a:rPr lang="en-US" sz="2800" b="0" dirty="0">
                  <a:solidFill>
                    <a:srgbClr val="FFC000"/>
                  </a:solidFill>
                  <a:latin typeface="Trebuchet MS" pitchFamily="34" charset="0"/>
                </a:rPr>
                <a:t>1.510.649.3001</a:t>
              </a:r>
            </a:p>
            <a:p>
              <a:pPr algn="l" defTabSz="3765639"/>
              <a:endParaRPr lang="en-US" sz="3600" b="1" dirty="0">
                <a:solidFill>
                  <a:srgbClr val="FFFF00"/>
                </a:solidFill>
                <a:latin typeface="Trebuchet MS" pitchFamily="34" charset="0"/>
              </a:endParaRPr>
            </a:p>
            <a:p>
              <a:pPr algn="ctr"/>
              <a:endParaRPr lang="en-US" sz="2400" b="1" dirty="0">
                <a:solidFill>
                  <a:schemeClr val="bg1"/>
                </a:solidFill>
                <a:latin typeface="Trebuchet MS" pitchFamily="34" charset="0"/>
              </a:endParaRPr>
            </a:p>
            <a:p>
              <a:pPr algn="ctr"/>
              <a:r>
                <a:rPr lang="en-US" sz="4000" b="1" spc="600" dirty="0">
                  <a:solidFill>
                    <a:schemeClr val="bg1"/>
                  </a:solidFill>
                  <a:latin typeface="Trebuchet MS" pitchFamily="34" charset="0"/>
                </a:rPr>
                <a:t>QUICK START</a:t>
              </a:r>
            </a:p>
            <a:p>
              <a:pPr algn="ctr"/>
              <a:endParaRPr lang="en-US" sz="3200" b="1" baseline="0" dirty="0">
                <a:solidFill>
                  <a:schemeClr val="bg1"/>
                </a:solidFill>
                <a:latin typeface="Trebuchet MS" pitchFamily="34" charset="0"/>
              </a:endParaRPr>
            </a:p>
            <a:p>
              <a:pPr algn="ctr"/>
              <a:r>
                <a:rPr lang="en-US" sz="3200" b="1" baseline="0" dirty="0">
                  <a:solidFill>
                    <a:srgbClr val="FFC000"/>
                  </a:solidFill>
                  <a:latin typeface="Trebuchet MS" pitchFamily="34" charset="0"/>
                </a:rPr>
                <a:t>Zoom in and out</a:t>
              </a:r>
            </a:p>
            <a:p>
              <a:pPr marL="1892300" indent="-1892300" algn="l" defTabSz="850900"/>
              <a:r>
                <a:rPr lang="en-US" sz="2400" b="0" baseline="0" dirty="0">
                  <a:solidFill>
                    <a:schemeClr val="bg1"/>
                  </a:solidFill>
                  <a:latin typeface="Trebuchet MS" pitchFamily="34" charset="0"/>
                </a:rPr>
                <a:t>	</a:t>
              </a:r>
              <a:r>
                <a:rPr lang="en-US" sz="2400" b="0" baseline="0" dirty="0">
                  <a:solidFill>
                    <a:schemeClr val="bg1">
                      <a:lumMod val="75000"/>
                    </a:schemeClr>
                  </a:solidFill>
                  <a:latin typeface="Trebuchet MS" pitchFamily="34" charset="0"/>
                </a:rPr>
                <a:t>As you work on your poster zoom in and out to the level that is more comfortable to you. </a:t>
              </a:r>
            </a:p>
            <a:p>
              <a:pPr marL="1892300" indent="-1892300" algn="l" defTabSz="850900"/>
              <a:r>
                <a:rPr lang="en-US" sz="2400" b="1" baseline="0" dirty="0">
                  <a:solidFill>
                    <a:schemeClr val="bg1">
                      <a:lumMod val="75000"/>
                    </a:schemeClr>
                  </a:solidFill>
                  <a:latin typeface="Trebuchet MS" pitchFamily="34" charset="0"/>
                </a:rPr>
                <a:t>	</a:t>
              </a:r>
              <a:r>
                <a:rPr lang="en-US" sz="2400" b="0" baseline="0" dirty="0">
                  <a:solidFill>
                    <a:schemeClr val="bg1">
                      <a:lumMod val="75000"/>
                    </a:schemeClr>
                  </a:solidFill>
                  <a:latin typeface="Trebuchet MS" pitchFamily="34" charset="0"/>
                </a:rPr>
                <a:t>Go to VIEW &gt; ZOOM.</a:t>
              </a:r>
            </a:p>
            <a:p>
              <a:pPr algn="l"/>
              <a:endParaRPr lang="en-US" sz="2800" b="0" baseline="0" dirty="0">
                <a:solidFill>
                  <a:schemeClr val="bg1"/>
                </a:solidFill>
                <a:latin typeface="Trebuchet MS" pitchFamily="34" charset="0"/>
              </a:endParaRPr>
            </a:p>
            <a:p>
              <a:pPr algn="ctr"/>
              <a:r>
                <a:rPr lang="en-US" sz="3200" b="1" baseline="0" dirty="0">
                  <a:solidFill>
                    <a:srgbClr val="FFC000"/>
                  </a:solidFill>
                  <a:latin typeface="Trebuchet MS" pitchFamily="34" charset="0"/>
                </a:rPr>
                <a:t>Title, Authors, and Affiliations</a:t>
              </a:r>
            </a:p>
            <a:p>
              <a:pPr algn="l"/>
              <a:r>
                <a:rPr lang="en-US" sz="2400" b="0" baseline="0" dirty="0">
                  <a:solidFill>
                    <a:schemeClr val="bg1">
                      <a:lumMod val="75000"/>
                    </a:schemeClr>
                  </a:solidFill>
                  <a:latin typeface="Trebuchet MS" pitchFamily="34" charset="0"/>
                </a:rPr>
                <a:t>Start designing your poster by adding the title, the names of the authors, and the affiliated institutions. </a:t>
              </a:r>
              <a:r>
                <a:rPr lang="en-US" sz="2400" b="0" spc="0" baseline="0" dirty="0">
                  <a:solidFill>
                    <a:schemeClr val="bg1">
                      <a:lumMod val="75000"/>
                    </a:schemeClr>
                  </a:solidFill>
                  <a:latin typeface="Trebuchet MS" pitchFamily="34" charset="0"/>
                </a:rPr>
                <a:t>You can type or paste text into the provided boxes. The template will automatically adjust the size of your text to fit the title box. You can manually override this feature and change the size of your text. </a:t>
              </a:r>
            </a:p>
            <a:p>
              <a:pPr algn="l"/>
              <a:endParaRPr lang="en-US" sz="2400" b="0" spc="0" baseline="0" dirty="0">
                <a:solidFill>
                  <a:schemeClr val="bg1">
                    <a:lumMod val="75000"/>
                  </a:schemeClr>
                </a:solidFill>
                <a:latin typeface="Trebuchet MS" pitchFamily="34" charset="0"/>
              </a:endParaRPr>
            </a:p>
            <a:p>
              <a:pPr algn="l"/>
              <a:r>
                <a:rPr lang="en-US" sz="2400" b="1" spc="300" baseline="0" dirty="0">
                  <a:solidFill>
                    <a:srgbClr val="FFC000"/>
                  </a:solidFill>
                  <a:latin typeface="Trebuchet MS" pitchFamily="34" charset="0"/>
                </a:rPr>
                <a:t>TIP</a:t>
              </a:r>
              <a:r>
                <a:rPr lang="en-US" sz="2400" b="1" baseline="0" dirty="0">
                  <a:solidFill>
                    <a:srgbClr val="FFC000"/>
                  </a:solidFill>
                  <a:latin typeface="Trebuchet MS" pitchFamily="34" charset="0"/>
                </a:rPr>
                <a:t>: </a:t>
              </a:r>
              <a:r>
                <a:rPr lang="en-US" sz="2400" b="0" baseline="0" dirty="0">
                  <a:solidFill>
                    <a:schemeClr val="bg1">
                      <a:lumMod val="75000"/>
                    </a:schemeClr>
                  </a:solidFill>
                  <a:latin typeface="Trebuchet MS" pitchFamily="34" charset="0"/>
                </a:rPr>
                <a:t>The font size of your title should be bigger than your name(s) and institution name(s).</a:t>
              </a:r>
            </a:p>
            <a:p>
              <a:pPr algn="l"/>
              <a:br>
                <a:rPr lang="en-US" sz="2800" b="1" baseline="0" dirty="0">
                  <a:solidFill>
                    <a:schemeClr val="bg1"/>
                  </a:solidFill>
                  <a:latin typeface="Trebuchet MS" pitchFamily="34" charset="0"/>
                </a:rPr>
              </a:br>
              <a:endParaRPr lang="en-US" sz="2800" b="1" dirty="0">
                <a:solidFill>
                  <a:schemeClr val="bg1"/>
                </a:solidFill>
                <a:latin typeface="Trebuchet MS" pitchFamily="34" charset="0"/>
              </a:endParaRPr>
            </a:p>
            <a:p>
              <a:pPr algn="ctr"/>
              <a:endParaRPr lang="en-US" sz="2800" b="1" dirty="0">
                <a:solidFill>
                  <a:srgbClr val="FFC000"/>
                </a:solidFill>
                <a:latin typeface="Trebuchet MS" pitchFamily="34" charset="0"/>
              </a:endParaRPr>
            </a:p>
            <a:p>
              <a:pPr algn="ctr"/>
              <a:endParaRPr lang="en-US" sz="2800" b="1" dirty="0">
                <a:solidFill>
                  <a:srgbClr val="FFC000"/>
                </a:solidFill>
                <a:latin typeface="Trebuchet MS" pitchFamily="34" charset="0"/>
              </a:endParaRPr>
            </a:p>
            <a:p>
              <a:pPr algn="ctr"/>
              <a:r>
                <a:rPr lang="en-US" sz="3200" b="1" dirty="0">
                  <a:solidFill>
                    <a:srgbClr val="FFC000"/>
                  </a:solidFill>
                  <a:latin typeface="Trebuchet MS" pitchFamily="34" charset="0"/>
                </a:rPr>
                <a:t>Adding Logos</a:t>
              </a:r>
              <a:r>
                <a:rPr lang="en-US" sz="3200" b="1" baseline="0" dirty="0">
                  <a:solidFill>
                    <a:srgbClr val="FFC000"/>
                  </a:solidFill>
                  <a:latin typeface="Trebuchet MS" pitchFamily="34" charset="0"/>
                </a:rPr>
                <a:t> / Seals</a:t>
              </a:r>
            </a:p>
            <a:p>
              <a:pPr algn="l"/>
              <a:r>
                <a:rPr lang="en-US" sz="2400" b="0" baseline="0" dirty="0">
                  <a:solidFill>
                    <a:schemeClr val="bg1">
                      <a:lumMod val="75000"/>
                    </a:schemeClr>
                  </a:solidFill>
                  <a:latin typeface="Trebuchet MS" pitchFamily="34" charset="0"/>
                </a:rPr>
                <a:t>Most often, logos are added on each side of the title. You can insert a logo by dragging and dropping it from your desktop, copy and paste or by going to INSERT &gt; PICTURES. Logos taken from web sites are likely to be low quality when printed. Zoom it at 100% to see what the logo will look like on the final poster and make any necessary adjustments.  </a:t>
              </a:r>
            </a:p>
            <a:p>
              <a:pPr algn="l"/>
              <a:endParaRPr lang="en-US" sz="2400" b="0" spc="300" baseline="0" dirty="0">
                <a:solidFill>
                  <a:schemeClr val="bg1">
                    <a:lumMod val="75000"/>
                  </a:schemeClr>
                </a:solidFill>
                <a:latin typeface="Trebuchet MS" pitchFamily="34" charset="0"/>
              </a:endParaRPr>
            </a:p>
            <a:p>
              <a:pPr algn="l"/>
              <a:r>
                <a:rPr lang="en-US" sz="2400" b="1" spc="300" baseline="0" dirty="0">
                  <a:solidFill>
                    <a:srgbClr val="FFC000"/>
                  </a:solidFill>
                  <a:latin typeface="Trebuchet MS" pitchFamily="34" charset="0"/>
                </a:rPr>
                <a:t>TIP:</a:t>
              </a:r>
              <a:r>
                <a:rPr lang="en-US" sz="2400" b="1" spc="0" baseline="0" dirty="0">
                  <a:solidFill>
                    <a:srgbClr val="FFC000"/>
                  </a:solidFill>
                  <a:latin typeface="Trebuchet MS" pitchFamily="34" charset="0"/>
                </a:rPr>
                <a:t> </a:t>
              </a:r>
              <a:r>
                <a:rPr lang="en-US" sz="2400" b="0" baseline="0" dirty="0">
                  <a:solidFill>
                    <a:schemeClr val="bg1">
                      <a:lumMod val="75000"/>
                    </a:schemeClr>
                  </a:solidFill>
                  <a:latin typeface="Trebuchet MS" pitchFamily="34" charset="0"/>
                </a:rPr>
                <a:t>See if your school’s logo is available on our free poster templates page.</a:t>
              </a:r>
            </a:p>
            <a:p>
              <a:pPr algn="l"/>
              <a:endParaRPr lang="en-US" sz="2400" b="0" baseline="0" dirty="0">
                <a:latin typeface="Trebuchet MS" pitchFamily="34" charset="0"/>
              </a:endParaRPr>
            </a:p>
            <a:p>
              <a:pPr algn="ctr"/>
              <a:r>
                <a:rPr lang="en-US" sz="3200" b="1" baseline="0" dirty="0">
                  <a:solidFill>
                    <a:srgbClr val="FFC000"/>
                  </a:solidFill>
                  <a:latin typeface="Trebuchet MS" pitchFamily="34" charset="0"/>
                </a:rPr>
                <a:t>Photographs / Graphics</a:t>
              </a:r>
            </a:p>
            <a:p>
              <a:pPr algn="l" defTabSz="977900"/>
              <a:r>
                <a:rPr lang="en-US" sz="2400" b="0" baseline="0" dirty="0">
                  <a:solidFill>
                    <a:schemeClr val="bg1">
                      <a:lumMod val="75000"/>
                    </a:schemeClr>
                  </a:solidFill>
                  <a:latin typeface="Trebuchet MS" pitchFamily="34" charset="0"/>
                </a:rPr>
                <a:t>You can add images by dragging and dropping from your desktop, copy and paste, or by going to INSERT &gt; PICTURES. Resize images proportionally by holding down the SHIFT key and dragging one of the corner handles. For a professional-looking poster, do not distort your images by enlarging them </a:t>
              </a:r>
              <a:r>
                <a:rPr lang="en-US" sz="2400" b="0" spc="0" baseline="0" dirty="0">
                  <a:solidFill>
                    <a:schemeClr val="bg1">
                      <a:lumMod val="75000"/>
                    </a:schemeClr>
                  </a:solidFill>
                  <a:latin typeface="Trebuchet MS" pitchFamily="34" charset="0"/>
                </a:rPr>
                <a:t>disproportionally.</a:t>
              </a:r>
            </a:p>
            <a:p>
              <a:pPr algn="l" defTabSz="977900"/>
              <a:endParaRPr lang="en-US" sz="2400" b="0" baseline="0" dirty="0">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r>
                <a:rPr lang="en-US" sz="3200" b="1" baseline="0" dirty="0">
                  <a:solidFill>
                    <a:srgbClr val="FFC000"/>
                  </a:solidFill>
                  <a:latin typeface="Trebuchet MS" pitchFamily="34" charset="0"/>
                </a:rPr>
                <a:t>Image Quality Check</a:t>
              </a:r>
            </a:p>
            <a:p>
              <a:pPr lvl="0" algn="l" defTabSz="977900"/>
              <a:r>
                <a:rPr lang="en-US" sz="2400" b="0" baseline="0" dirty="0">
                  <a:solidFill>
                    <a:schemeClr val="bg1">
                      <a:lumMod val="75000"/>
                    </a:schemeClr>
                  </a:solidFill>
                  <a:latin typeface="Trebuchet MS" pitchFamily="34" charset="0"/>
                </a:rPr>
                <a:t>Zoom in and look at your images at 100% magnification. If they look good they will print well. </a:t>
              </a:r>
              <a:endParaRPr lang="en-US" sz="2800" b="0" dirty="0">
                <a:latin typeface="Trebuchet MS" pitchFamily="34" charset="0"/>
              </a:endParaRPr>
            </a:p>
          </p:txBody>
        </p:sp>
        <p:cxnSp>
          <p:nvCxnSpPr>
            <p:cNvPr id="56" name="Straight Connector 55"/>
            <p:cNvCxnSpPr/>
            <p:nvPr/>
          </p:nvCxnSpPr>
          <p:spPr>
            <a:xfrm>
              <a:off x="-11225189" y="8422500"/>
              <a:ext cx="10999746" cy="3341"/>
            </a:xfrm>
            <a:prstGeom prst="line">
              <a:avLst/>
            </a:prstGeom>
            <a:ln>
              <a:solidFill>
                <a:srgbClr val="FFC000"/>
              </a:solidFill>
            </a:ln>
          </p:spPr>
          <p:style>
            <a:lnRef idx="1">
              <a:schemeClr val="accent1"/>
            </a:lnRef>
            <a:fillRef idx="0">
              <a:schemeClr val="accent1"/>
            </a:fillRef>
            <a:effectRef idx="0">
              <a:schemeClr val="accent1"/>
            </a:effectRef>
            <a:fontRef idx="minor">
              <a:schemeClr val="tx1"/>
            </a:fontRef>
          </p:style>
        </p:cxnSp>
        <p:pic>
          <p:nvPicPr>
            <p:cNvPr id="57" name="Picture 56"/>
            <p:cNvPicPr>
              <a:picLocks noChangeAspect="1"/>
            </p:cNvPicPr>
            <p:nvPr userDrawn="1"/>
          </p:nvPicPr>
          <p:blipFill>
            <a:blip r:embed="rId10"/>
            <a:stretch>
              <a:fillRect/>
            </a:stretch>
          </p:blipFill>
          <p:spPr>
            <a:xfrm>
              <a:off x="-10740740" y="10261718"/>
              <a:ext cx="1597666" cy="1201935"/>
            </a:xfrm>
            <a:prstGeom prst="rect">
              <a:avLst/>
            </a:prstGeom>
          </p:spPr>
        </p:pic>
        <p:pic>
          <p:nvPicPr>
            <p:cNvPr id="58" name="Picture 57"/>
            <p:cNvPicPr>
              <a:picLocks noChangeAspect="1"/>
            </p:cNvPicPr>
            <p:nvPr userDrawn="1"/>
          </p:nvPicPr>
          <p:blipFill>
            <a:blip r:embed="rId11"/>
            <a:stretch>
              <a:fillRect/>
            </a:stretch>
          </p:blipFill>
          <p:spPr>
            <a:xfrm>
              <a:off x="-10732765" y="15696927"/>
              <a:ext cx="9986808" cy="1053596"/>
            </a:xfrm>
            <a:prstGeom prst="rect">
              <a:avLst/>
            </a:prstGeom>
          </p:spPr>
        </p:pic>
        <p:grpSp>
          <p:nvGrpSpPr>
            <p:cNvPr id="59" name="Group 58"/>
            <p:cNvGrpSpPr/>
            <p:nvPr userDrawn="1"/>
          </p:nvGrpSpPr>
          <p:grpSpPr>
            <a:xfrm>
              <a:off x="-9744993" y="23540957"/>
              <a:ext cx="7531182" cy="2120439"/>
              <a:chOff x="-4470427" y="11016658"/>
              <a:chExt cx="3470785" cy="974220"/>
            </a:xfrm>
          </p:grpSpPr>
          <p:grpSp>
            <p:nvGrpSpPr>
              <p:cNvPr id="65" name="Group 64"/>
              <p:cNvGrpSpPr/>
              <p:nvPr userDrawn="1"/>
            </p:nvGrpSpPr>
            <p:grpSpPr>
              <a:xfrm>
                <a:off x="-2783495" y="11060886"/>
                <a:ext cx="624431" cy="893535"/>
                <a:chOff x="-3958697" y="11117435"/>
                <a:chExt cx="779338" cy="1280430"/>
              </a:xfrm>
            </p:grpSpPr>
            <p:pic>
              <p:nvPicPr>
                <p:cNvPr id="71" name="Picture 70"/>
                <p:cNvPicPr>
                  <a:picLocks noChangeAspect="1"/>
                </p:cNvPicPr>
                <p:nvPr userDrawn="1"/>
              </p:nvPicPr>
              <p:blipFill>
                <a:blip r:embed="rId12"/>
                <a:stretch>
                  <a:fillRect/>
                </a:stretch>
              </p:blipFill>
              <p:spPr>
                <a:xfrm>
                  <a:off x="-3948160" y="11117435"/>
                  <a:ext cx="768801" cy="1090857"/>
                </a:xfrm>
                <a:prstGeom prst="rect">
                  <a:avLst/>
                </a:prstGeom>
              </p:spPr>
            </p:pic>
            <p:sp>
              <p:nvSpPr>
                <p:cNvPr id="72" name="TextBox 71"/>
                <p:cNvSpPr txBox="1"/>
                <p:nvPr userDrawn="1"/>
              </p:nvSpPr>
              <p:spPr>
                <a:xfrm>
                  <a:off x="-3958697" y="12114178"/>
                  <a:ext cx="779337" cy="283687"/>
                </a:xfrm>
                <a:prstGeom prst="rect">
                  <a:avLst/>
                </a:prstGeom>
                <a:solidFill>
                  <a:schemeClr val="accent1"/>
                </a:solidFill>
                <a:ln>
                  <a:noFill/>
                </a:ln>
              </p:spPr>
              <p:txBody>
                <a:bodyPr wrap="square" lIns="91440" tIns="91440" rIns="91440" bIns="91440" rtlCol="0">
                  <a:spAutoFit/>
                </a:bodyPr>
                <a:lstStyle/>
                <a:p>
                  <a:pPr algn="ctr"/>
                  <a:r>
                    <a:rPr lang="en-US" sz="1600" b="1" dirty="0">
                      <a:solidFill>
                        <a:schemeClr val="tx1"/>
                      </a:solidFill>
                    </a:rPr>
                    <a:t>ORIGINAL</a:t>
                  </a:r>
                </a:p>
              </p:txBody>
            </p:sp>
          </p:grpSp>
          <p:grpSp>
            <p:nvGrpSpPr>
              <p:cNvPr id="66" name="Group 65"/>
              <p:cNvGrpSpPr/>
              <p:nvPr userDrawn="1"/>
            </p:nvGrpSpPr>
            <p:grpSpPr>
              <a:xfrm>
                <a:off x="-2033159" y="11060889"/>
                <a:ext cx="1033517" cy="893529"/>
                <a:chOff x="-2921738" y="11200127"/>
                <a:chExt cx="1420279" cy="1227904"/>
              </a:xfrm>
            </p:grpSpPr>
            <p:pic>
              <p:nvPicPr>
                <p:cNvPr id="69" name="Picture 68"/>
                <p:cNvPicPr>
                  <a:picLocks noChangeAspect="1"/>
                </p:cNvPicPr>
                <p:nvPr userDrawn="1"/>
              </p:nvPicPr>
              <p:blipFill>
                <a:blip r:embed="rId12"/>
                <a:stretch>
                  <a:fillRect/>
                </a:stretch>
              </p:blipFill>
              <p:spPr>
                <a:xfrm>
                  <a:off x="-2921738" y="11200127"/>
                  <a:ext cx="1420279" cy="1029694"/>
                </a:xfrm>
                <a:prstGeom prst="rect">
                  <a:avLst/>
                </a:prstGeom>
              </p:spPr>
            </p:pic>
            <p:sp>
              <p:nvSpPr>
                <p:cNvPr id="70" name="TextBox 69"/>
                <p:cNvSpPr txBox="1"/>
                <p:nvPr userDrawn="1"/>
              </p:nvSpPr>
              <p:spPr>
                <a:xfrm>
                  <a:off x="-2918991" y="12175418"/>
                  <a:ext cx="1417532" cy="252613"/>
                </a:xfrm>
                <a:prstGeom prst="rect">
                  <a:avLst/>
                </a:prstGeom>
                <a:solidFill>
                  <a:srgbClr val="FF0000"/>
                </a:solidFill>
              </p:spPr>
              <p:txBody>
                <a:bodyPr wrap="square" lIns="457200" tIns="91440" rIns="457200" bIns="91440" rtlCol="0">
                  <a:spAutoFit/>
                </a:bodyPr>
                <a:lstStyle/>
                <a:p>
                  <a:pPr algn="ctr"/>
                  <a:r>
                    <a:rPr lang="en-US" sz="1400" b="1" dirty="0">
                      <a:solidFill>
                        <a:schemeClr val="bg1"/>
                      </a:solidFill>
                    </a:rPr>
                    <a:t>DISTORTED</a:t>
                  </a:r>
                  <a:endParaRPr lang="en-US" sz="700" b="1" dirty="0">
                    <a:solidFill>
                      <a:schemeClr val="bg1"/>
                    </a:solidFill>
                  </a:endParaRPr>
                </a:p>
              </p:txBody>
            </p:sp>
          </p:grpSp>
          <p:pic>
            <p:nvPicPr>
              <p:cNvPr id="67" name="Picture 66"/>
              <p:cNvPicPr>
                <a:picLocks noChangeAspect="1"/>
              </p:cNvPicPr>
              <p:nvPr userDrawn="1"/>
            </p:nvPicPr>
            <p:blipFill>
              <a:blip r:embed="rId13"/>
              <a:stretch>
                <a:fillRect/>
              </a:stretch>
            </p:blipFill>
            <p:spPr>
              <a:xfrm>
                <a:off x="-4470427" y="11016658"/>
                <a:ext cx="1098742" cy="847761"/>
              </a:xfrm>
              <a:prstGeom prst="rect">
                <a:avLst/>
              </a:prstGeom>
            </p:spPr>
          </p:pic>
          <p:sp>
            <p:nvSpPr>
              <p:cNvPr id="68" name="TextBox 67"/>
              <p:cNvSpPr txBox="1"/>
              <p:nvPr userDrawn="1"/>
            </p:nvSpPr>
            <p:spPr>
              <a:xfrm>
                <a:off x="-4440600" y="11665645"/>
                <a:ext cx="1035685" cy="325233"/>
              </a:xfrm>
              <a:prstGeom prst="rect">
                <a:avLst/>
              </a:prstGeom>
              <a:noFill/>
            </p:spPr>
            <p:txBody>
              <a:bodyPr wrap="square" lIns="457200" tIns="457200" rIns="457200" bIns="0" rtlCol="0">
                <a:spAutoFit/>
              </a:bodyPr>
              <a:lstStyle/>
              <a:p>
                <a:pPr algn="ctr"/>
                <a:r>
                  <a:rPr lang="en-US" sz="1600" dirty="0">
                    <a:solidFill>
                      <a:schemeClr val="bg1"/>
                    </a:solidFill>
                  </a:rPr>
                  <a:t>Corner</a:t>
                </a:r>
                <a:r>
                  <a:rPr lang="en-US" sz="1600" baseline="0" dirty="0">
                    <a:solidFill>
                      <a:schemeClr val="bg1"/>
                    </a:solidFill>
                  </a:rPr>
                  <a:t> handles</a:t>
                </a:r>
                <a:endParaRPr lang="en-US" sz="1600" dirty="0">
                  <a:solidFill>
                    <a:schemeClr val="bg1"/>
                  </a:solidFill>
                </a:endParaRPr>
              </a:p>
            </p:txBody>
          </p:sp>
        </p:grpSp>
        <p:grpSp>
          <p:nvGrpSpPr>
            <p:cNvPr id="60" name="Group 59"/>
            <p:cNvGrpSpPr/>
            <p:nvPr userDrawn="1"/>
          </p:nvGrpSpPr>
          <p:grpSpPr>
            <a:xfrm>
              <a:off x="-10398793" y="27751410"/>
              <a:ext cx="9323012" cy="2453251"/>
              <a:chOff x="-4754996" y="12734136"/>
              <a:chExt cx="4296559" cy="1127128"/>
            </a:xfrm>
          </p:grpSpPr>
          <p:graphicFrame>
            <p:nvGraphicFramePr>
              <p:cNvPr id="61" name="Object 60"/>
              <p:cNvGraphicFramePr>
                <a:graphicFrameLocks noChangeAspect="1"/>
              </p:cNvGraphicFramePr>
              <p:nvPr userDrawn="1">
                <p:extLst>
                  <p:ext uri="{D42A27DB-BD31-4B8C-83A1-F6EECF244321}">
                    <p14:modId xmlns:p14="http://schemas.microsoft.com/office/powerpoint/2010/main" val="1199812768"/>
                  </p:ext>
                </p:extLst>
              </p:nvPr>
            </p:nvGraphicFramePr>
            <p:xfrm>
              <a:off x="-4533347" y="12734142"/>
              <a:ext cx="1828800" cy="1117600"/>
            </p:xfrm>
            <a:graphic>
              <a:graphicData uri="http://schemas.openxmlformats.org/presentationml/2006/ole">
                <mc:AlternateContent xmlns:mc="http://schemas.openxmlformats.org/markup-compatibility/2006">
                  <mc:Choice xmlns:v="urn:schemas-microsoft-com:vml" Requires="v">
                    <p:oleObj name="Image" r:id="rId14" imgW="1828440" imgH="1117440" progId="Photoshop.Image.13">
                      <p:embed/>
                    </p:oleObj>
                  </mc:Choice>
                  <mc:Fallback>
                    <p:oleObj name="Image" r:id="rId14" imgW="1828440" imgH="1117440" progId="Photoshop.Image.13">
                      <p:embed/>
                      <p:pic>
                        <p:nvPicPr>
                          <p:cNvPr id="61" name="Object 60"/>
                          <p:cNvPicPr/>
                          <p:nvPr/>
                        </p:nvPicPr>
                        <p:blipFill>
                          <a:blip r:embed="rId15"/>
                          <a:stretch>
                            <a:fillRect/>
                          </a:stretch>
                        </p:blipFill>
                        <p:spPr>
                          <a:xfrm>
                            <a:off x="-4533347" y="12734142"/>
                            <a:ext cx="1828800" cy="1117600"/>
                          </a:xfrm>
                          <a:prstGeom prst="rect">
                            <a:avLst/>
                          </a:prstGeom>
                        </p:spPr>
                      </p:pic>
                    </p:oleObj>
                  </mc:Fallback>
                </mc:AlternateContent>
              </a:graphicData>
            </a:graphic>
          </p:graphicFrame>
          <p:graphicFrame>
            <p:nvGraphicFramePr>
              <p:cNvPr id="62" name="Object 61"/>
              <p:cNvGraphicFramePr>
                <a:graphicFrameLocks noChangeAspect="1"/>
              </p:cNvGraphicFramePr>
              <p:nvPr userDrawn="1">
                <p:extLst>
                  <p:ext uri="{D42A27DB-BD31-4B8C-83A1-F6EECF244321}">
                    <p14:modId xmlns:p14="http://schemas.microsoft.com/office/powerpoint/2010/main" val="4096349677"/>
                  </p:ext>
                </p:extLst>
              </p:nvPr>
            </p:nvGraphicFramePr>
            <p:xfrm>
              <a:off x="-2456641" y="12737835"/>
              <a:ext cx="1828800" cy="1117600"/>
            </p:xfrm>
            <a:graphic>
              <a:graphicData uri="http://schemas.openxmlformats.org/presentationml/2006/ole">
                <mc:AlternateContent xmlns:mc="http://schemas.openxmlformats.org/markup-compatibility/2006">
                  <mc:Choice xmlns:v="urn:schemas-microsoft-com:vml" Requires="v">
                    <p:oleObj name="Image" r:id="rId16" imgW="1828440" imgH="1117440" progId="Photoshop.Image.13">
                      <p:embed/>
                    </p:oleObj>
                  </mc:Choice>
                  <mc:Fallback>
                    <p:oleObj name="Image" r:id="rId16" imgW="1828440" imgH="1117440" progId="Photoshop.Image.13">
                      <p:embed/>
                      <p:pic>
                        <p:nvPicPr>
                          <p:cNvPr id="62" name="Object 61"/>
                          <p:cNvPicPr/>
                          <p:nvPr/>
                        </p:nvPicPr>
                        <p:blipFill>
                          <a:blip r:embed="rId17"/>
                          <a:stretch>
                            <a:fillRect/>
                          </a:stretch>
                        </p:blipFill>
                        <p:spPr>
                          <a:xfrm>
                            <a:off x="-2456641" y="12737835"/>
                            <a:ext cx="1828800" cy="1117600"/>
                          </a:xfrm>
                          <a:prstGeom prst="rect">
                            <a:avLst/>
                          </a:prstGeom>
                        </p:spPr>
                      </p:pic>
                    </p:oleObj>
                  </mc:Fallback>
                </mc:AlternateContent>
              </a:graphicData>
            </a:graphic>
          </p:graphicFrame>
          <p:sp>
            <p:nvSpPr>
              <p:cNvPr id="63" name="TextBox 62"/>
              <p:cNvSpPr txBox="1"/>
              <p:nvPr userDrawn="1"/>
            </p:nvSpPr>
            <p:spPr>
              <a:xfrm rot="16200000">
                <a:off x="-5235785" y="13214925"/>
                <a:ext cx="1117601" cy="156024"/>
              </a:xfrm>
              <a:prstGeom prst="rect">
                <a:avLst/>
              </a:prstGeom>
              <a:noFill/>
            </p:spPr>
            <p:txBody>
              <a:bodyPr wrap="square" lIns="91440" tIns="91440" rIns="91440" bIns="0" rtlCol="0">
                <a:spAutoFit/>
              </a:bodyPr>
              <a:lstStyle/>
              <a:p>
                <a:pPr algn="ctr"/>
                <a:r>
                  <a:rPr lang="en-US" sz="1600" dirty="0">
                    <a:solidFill>
                      <a:srgbClr val="92D050"/>
                    </a:solidFill>
                  </a:rPr>
                  <a:t>Good</a:t>
                </a:r>
                <a:r>
                  <a:rPr lang="en-US" sz="1600" baseline="0" dirty="0">
                    <a:solidFill>
                      <a:srgbClr val="92D050"/>
                    </a:solidFill>
                  </a:rPr>
                  <a:t> </a:t>
                </a:r>
                <a:r>
                  <a:rPr lang="en-US" sz="1600" baseline="0" dirty="0">
                    <a:solidFill>
                      <a:schemeClr val="bg1"/>
                    </a:solidFill>
                  </a:rPr>
                  <a:t>printing quality</a:t>
                </a:r>
                <a:endParaRPr lang="en-US" sz="1600" dirty="0">
                  <a:solidFill>
                    <a:schemeClr val="bg1"/>
                  </a:solidFill>
                </a:endParaRPr>
              </a:p>
            </p:txBody>
          </p:sp>
          <p:sp>
            <p:nvSpPr>
              <p:cNvPr id="64" name="TextBox 63"/>
              <p:cNvSpPr txBox="1"/>
              <p:nvPr userDrawn="1"/>
            </p:nvSpPr>
            <p:spPr>
              <a:xfrm rot="16200000">
                <a:off x="-1095250" y="13224452"/>
                <a:ext cx="1117601" cy="156024"/>
              </a:xfrm>
              <a:prstGeom prst="rect">
                <a:avLst/>
              </a:prstGeom>
              <a:noFill/>
            </p:spPr>
            <p:txBody>
              <a:bodyPr wrap="square" lIns="91440" tIns="91440" rIns="91440" bIns="0" rtlCol="0">
                <a:spAutoFit/>
              </a:bodyPr>
              <a:lstStyle/>
              <a:p>
                <a:pPr algn="ctr"/>
                <a:r>
                  <a:rPr lang="en-US" sz="1600" dirty="0">
                    <a:solidFill>
                      <a:srgbClr val="FF0000"/>
                    </a:solidFill>
                  </a:rPr>
                  <a:t>Bad </a:t>
                </a:r>
                <a:r>
                  <a:rPr lang="en-US" sz="1600" dirty="0">
                    <a:solidFill>
                      <a:schemeClr val="bg1"/>
                    </a:solidFill>
                  </a:rPr>
                  <a:t>printing quality</a:t>
                </a:r>
              </a:p>
            </p:txBody>
          </p:sp>
        </p:grpSp>
      </p:grpSp>
      <p:sp>
        <p:nvSpPr>
          <p:cNvPr id="40" name="Text Box 14"/>
          <p:cNvSpPr txBox="1">
            <a:spLocks noChangeArrowheads="1"/>
          </p:cNvSpPr>
          <p:nvPr userDrawn="1"/>
        </p:nvSpPr>
        <p:spPr bwMode="auto">
          <a:xfrm>
            <a:off x="1567305" y="32315729"/>
            <a:ext cx="2514600" cy="336819"/>
          </a:xfrm>
          <a:prstGeom prst="rect">
            <a:avLst/>
          </a:prstGeom>
          <a:noFill/>
          <a:ln w="9525">
            <a:noFill/>
            <a:miter lim="800000"/>
            <a:headEnd/>
            <a:tailEnd/>
          </a:ln>
          <a:effectLst/>
        </p:spPr>
        <p:txBody>
          <a:bodyPr lIns="91263" tIns="45623" rIns="91263" bIns="45623">
            <a:spAutoFit/>
          </a:bodyPr>
          <a:lstStyle/>
          <a:p>
            <a:pPr eaLnBrk="0" hangingPunct="0">
              <a:lnSpc>
                <a:spcPct val="65000"/>
              </a:lnSpc>
              <a:spcBef>
                <a:spcPct val="50000"/>
              </a:spcBef>
              <a:defRPr/>
            </a:pPr>
            <a:r>
              <a:rPr lang="en-US" sz="500" b="1" dirty="0">
                <a:solidFill>
                  <a:schemeClr val="bg1">
                    <a:lumMod val="75000"/>
                  </a:schemeClr>
                </a:solidFill>
                <a:latin typeface="Arial" charset="0"/>
              </a:rPr>
              <a:t>RESEARCH POSTER PRESENTATION DESIGN © 2015</a:t>
            </a:r>
          </a:p>
          <a:p>
            <a:pPr eaLnBrk="0" hangingPunct="0">
              <a:lnSpc>
                <a:spcPct val="65000"/>
              </a:lnSpc>
              <a:spcBef>
                <a:spcPct val="50000"/>
              </a:spcBef>
              <a:defRPr/>
            </a:pPr>
            <a:r>
              <a:rPr lang="en-US" sz="1100" b="1" dirty="0">
                <a:solidFill>
                  <a:schemeClr val="bg1">
                    <a:lumMod val="75000"/>
                  </a:schemeClr>
                </a:solidFill>
                <a:latin typeface="Arial" charset="0"/>
              </a:rPr>
              <a:t>www.PosterPresentations.com</a:t>
            </a:r>
          </a:p>
        </p:txBody>
      </p:sp>
    </p:spTree>
  </p:cSld>
  <p:clrMap bg1="lt1" tx1="dk1" bg2="lt2" tx2="dk2" accent1="accent1" accent2="accent2" accent3="accent3" accent4="accent4" accent5="accent5" accent6="accent6" hlink="hlink" folHlink="folHlink"/>
  <p:sldLayoutIdLst>
    <p:sldLayoutId id="2147483658" r:id="rId1"/>
  </p:sldLayoutIdLst>
  <p:txStyles>
    <p:titleStyle>
      <a:lvl1pPr algn="ctr" defTabSz="4388900" rtl="0" eaLnBrk="1" latinLnBrk="0" hangingPunct="1">
        <a:spcBef>
          <a:spcPct val="0"/>
        </a:spcBef>
        <a:buNone/>
        <a:defRPr sz="8800" kern="1200">
          <a:solidFill>
            <a:schemeClr val="bg1"/>
          </a:solidFill>
          <a:latin typeface="Trebuchet MS" pitchFamily="34" charset="0"/>
          <a:ea typeface="+mj-ea"/>
          <a:cs typeface="+mj-cs"/>
        </a:defRPr>
      </a:lvl1pPr>
    </p:titleStyle>
    <p:bodyStyle>
      <a:lvl1pPr marL="1645838" indent="-1645838" algn="l" defTabSz="4388900" rtl="0" eaLnBrk="1" latinLnBrk="0" hangingPunct="1">
        <a:spcBef>
          <a:spcPct val="20000"/>
        </a:spcBef>
        <a:buFont typeface="Arial" pitchFamily="34" charset="0"/>
        <a:buChar char="•"/>
        <a:defRPr sz="15400" kern="1200">
          <a:solidFill>
            <a:schemeClr val="tx1"/>
          </a:solidFill>
          <a:latin typeface="+mn-lt"/>
          <a:ea typeface="+mn-ea"/>
          <a:cs typeface="+mn-cs"/>
        </a:defRPr>
      </a:lvl1pPr>
      <a:lvl2pPr marL="3565982" indent="-1371531" algn="l" defTabSz="4388900" rtl="0" eaLnBrk="1" latinLnBrk="0" hangingPunct="1">
        <a:spcBef>
          <a:spcPct val="20000"/>
        </a:spcBef>
        <a:buFont typeface="Arial" pitchFamily="34" charset="0"/>
        <a:buChar char="–"/>
        <a:defRPr sz="13500" kern="1200">
          <a:solidFill>
            <a:schemeClr val="tx1"/>
          </a:solidFill>
          <a:latin typeface="+mn-lt"/>
          <a:ea typeface="+mn-ea"/>
          <a:cs typeface="+mn-cs"/>
        </a:defRPr>
      </a:lvl2pPr>
      <a:lvl3pPr marL="5486126" indent="-1097226" algn="l" defTabSz="4388900" rtl="0" eaLnBrk="1" latinLnBrk="0" hangingPunct="1">
        <a:spcBef>
          <a:spcPct val="20000"/>
        </a:spcBef>
        <a:buFont typeface="Arial" pitchFamily="34" charset="0"/>
        <a:buChar char="•"/>
        <a:defRPr sz="11600" kern="1200">
          <a:solidFill>
            <a:schemeClr val="tx1"/>
          </a:solidFill>
          <a:latin typeface="+mn-lt"/>
          <a:ea typeface="+mn-ea"/>
          <a:cs typeface="+mn-cs"/>
        </a:defRPr>
      </a:lvl3pPr>
      <a:lvl4pPr marL="76805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4pPr>
      <a:lvl5pPr marL="98750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p:bodyStyle>
    <p:otherStyle>
      <a:defPPr>
        <a:defRPr lang="en-US"/>
      </a:defPPr>
      <a:lvl1pPr marL="0" algn="l" defTabSz="4388900" rtl="0" eaLnBrk="1" latinLnBrk="0" hangingPunct="1">
        <a:defRPr sz="8600" kern="1200">
          <a:solidFill>
            <a:schemeClr val="tx1"/>
          </a:solidFill>
          <a:latin typeface="+mn-lt"/>
          <a:ea typeface="+mn-ea"/>
          <a:cs typeface="+mn-cs"/>
        </a:defRPr>
      </a:lvl1pPr>
      <a:lvl2pPr marL="2194451" algn="l" defTabSz="4388900" rtl="0" eaLnBrk="1" latinLnBrk="0" hangingPunct="1">
        <a:defRPr sz="8600" kern="1200">
          <a:solidFill>
            <a:schemeClr val="tx1"/>
          </a:solidFill>
          <a:latin typeface="+mn-lt"/>
          <a:ea typeface="+mn-ea"/>
          <a:cs typeface="+mn-cs"/>
        </a:defRPr>
      </a:lvl2pPr>
      <a:lvl3pPr marL="4388900" algn="l" defTabSz="4388900" rtl="0" eaLnBrk="1" latinLnBrk="0" hangingPunct="1">
        <a:defRPr sz="8600" kern="1200">
          <a:solidFill>
            <a:schemeClr val="tx1"/>
          </a:solidFill>
          <a:latin typeface="+mn-lt"/>
          <a:ea typeface="+mn-ea"/>
          <a:cs typeface="+mn-cs"/>
        </a:defRPr>
      </a:lvl3pPr>
      <a:lvl4pPr marL="6583351" algn="l" defTabSz="4388900" rtl="0" eaLnBrk="1" latinLnBrk="0" hangingPunct="1">
        <a:defRPr sz="8600" kern="1200">
          <a:solidFill>
            <a:schemeClr val="tx1"/>
          </a:solidFill>
          <a:latin typeface="+mn-lt"/>
          <a:ea typeface="+mn-ea"/>
          <a:cs typeface="+mn-cs"/>
        </a:defRPr>
      </a:lvl4pPr>
      <a:lvl5pPr marL="8777801" algn="l" defTabSz="4388900" rtl="0" eaLnBrk="1" latinLnBrk="0" hangingPunct="1">
        <a:defRPr sz="8600" kern="1200">
          <a:solidFill>
            <a:schemeClr val="tx1"/>
          </a:solidFill>
          <a:latin typeface="+mn-lt"/>
          <a:ea typeface="+mn-ea"/>
          <a:cs typeface="+mn-cs"/>
        </a:defRPr>
      </a:lvl5pPr>
      <a:lvl6pPr marL="10972252" algn="l" defTabSz="4388900" rtl="0" eaLnBrk="1" latinLnBrk="0" hangingPunct="1">
        <a:defRPr sz="8600" kern="1200">
          <a:solidFill>
            <a:schemeClr val="tx1"/>
          </a:solidFill>
          <a:latin typeface="+mn-lt"/>
          <a:ea typeface="+mn-ea"/>
          <a:cs typeface="+mn-cs"/>
        </a:defRPr>
      </a:lvl6pPr>
      <a:lvl7pPr marL="13166703" algn="l" defTabSz="4388900" rtl="0" eaLnBrk="1" latinLnBrk="0" hangingPunct="1">
        <a:defRPr sz="8600" kern="1200">
          <a:solidFill>
            <a:schemeClr val="tx1"/>
          </a:solidFill>
          <a:latin typeface="+mn-lt"/>
          <a:ea typeface="+mn-ea"/>
          <a:cs typeface="+mn-cs"/>
        </a:defRPr>
      </a:lvl7pPr>
      <a:lvl8pPr marL="15361152" algn="l" defTabSz="4388900" rtl="0" eaLnBrk="1" latinLnBrk="0" hangingPunct="1">
        <a:defRPr sz="8600" kern="1200">
          <a:solidFill>
            <a:schemeClr val="tx1"/>
          </a:solidFill>
          <a:latin typeface="+mn-lt"/>
          <a:ea typeface="+mn-ea"/>
          <a:cs typeface="+mn-cs"/>
        </a:defRPr>
      </a:lvl8pPr>
      <a:lvl9pPr marL="17555603" algn="l" defTabSz="4388900" rtl="0" eaLnBrk="1" latinLnBrk="0" hangingPunct="1">
        <a:defRPr sz="86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chemeClr val="accent5">
                <a:lumMod val="50000"/>
              </a:schemeClr>
            </a:gs>
            <a:gs pos="34000">
              <a:schemeClr val="tx2">
                <a:lumMod val="40000"/>
                <a:lumOff val="60000"/>
              </a:schemeClr>
            </a:gs>
            <a:gs pos="100000">
              <a:schemeClr val="accent5">
                <a:lumMod val="20000"/>
                <a:lumOff val="80000"/>
              </a:schemeClr>
            </a:gs>
          </a:gsLst>
          <a:lin ang="16200000" scaled="1"/>
          <a:tileRect/>
        </a:gradFill>
        <a:effectLst/>
      </p:bgPr>
    </p:bg>
    <p:spTree>
      <p:nvGrpSpPr>
        <p:cNvPr id="1" name=""/>
        <p:cNvGrpSpPr/>
        <p:nvPr/>
      </p:nvGrpSpPr>
      <p:grpSpPr>
        <a:xfrm>
          <a:off x="0" y="0"/>
          <a:ext cx="0" cy="0"/>
          <a:chOff x="0" y="0"/>
          <a:chExt cx="0" cy="0"/>
        </a:xfrm>
      </p:grpSpPr>
      <p:sp>
        <p:nvSpPr>
          <p:cNvPr id="7" name="Rectangle 36"/>
          <p:cNvSpPr>
            <a:spLocks noChangeArrowheads="1"/>
          </p:cNvSpPr>
          <p:nvPr/>
        </p:nvSpPr>
        <p:spPr bwMode="auto">
          <a:xfrm>
            <a:off x="0" y="0"/>
            <a:ext cx="43891200" cy="4800600"/>
          </a:xfrm>
          <a:prstGeom prst="rect">
            <a:avLst/>
          </a:prstGeom>
          <a:solidFill>
            <a:schemeClr val="accent5">
              <a:lumMod val="75000"/>
            </a:schemeClr>
          </a:solidFill>
          <a:ln w="9525">
            <a:solidFill>
              <a:schemeClr val="tx1"/>
            </a:solidFill>
            <a:miter lim="800000"/>
            <a:headEnd/>
            <a:tailEnd/>
          </a:ln>
          <a:effectLst/>
        </p:spPr>
        <p:txBody>
          <a:bodyPr wrap="none" lIns="91436" tIns="45717" rIns="91436" bIns="45717" anchor="ctr"/>
          <a:lstStyle/>
          <a:p>
            <a:pPr>
              <a:defRPr/>
            </a:pPr>
            <a:endParaRPr lang="en-US" dirty="0"/>
          </a:p>
        </p:txBody>
      </p:sp>
      <p:sp>
        <p:nvSpPr>
          <p:cNvPr id="9" name="Rectangle 9"/>
          <p:cNvSpPr>
            <a:spLocks noChangeArrowheads="1"/>
          </p:cNvSpPr>
          <p:nvPr/>
        </p:nvSpPr>
        <p:spPr bwMode="auto">
          <a:xfrm>
            <a:off x="0" y="4805363"/>
            <a:ext cx="43891200" cy="152400"/>
          </a:xfrm>
          <a:prstGeom prst="rect">
            <a:avLst/>
          </a:prstGeom>
          <a:solidFill>
            <a:schemeClr val="accent5">
              <a:lumMod val="50000"/>
            </a:schemeClr>
          </a:solidFill>
          <a:ln w="152400">
            <a:noFill/>
            <a:miter lim="800000"/>
            <a:headEnd/>
            <a:tailEnd/>
          </a:ln>
          <a:effectLst/>
        </p:spPr>
        <p:txBody>
          <a:bodyPr wrap="none" lIns="91436" tIns="45717" rIns="91436" bIns="45717" anchor="ctr"/>
          <a:lstStyle/>
          <a:p>
            <a:pPr>
              <a:defRPr/>
            </a:pPr>
            <a:endParaRPr lang="en-US" dirty="0"/>
          </a:p>
        </p:txBody>
      </p:sp>
      <p:sp>
        <p:nvSpPr>
          <p:cNvPr id="21" name="Rounded Rectangle 20"/>
          <p:cNvSpPr/>
          <p:nvPr userDrawn="1"/>
        </p:nvSpPr>
        <p:spPr>
          <a:xfrm>
            <a:off x="922338" y="5257800"/>
            <a:ext cx="10050462" cy="26736675"/>
          </a:xfrm>
          <a:prstGeom prst="roundRect">
            <a:avLst>
              <a:gd name="adj" fmla="val 5862"/>
            </a:avLst>
          </a:prstGeom>
          <a:gradFill>
            <a:gsLst>
              <a:gs pos="0">
                <a:srgbClr val="CDD2DE"/>
              </a:gs>
              <a:gs pos="0">
                <a:schemeClr val="tx2">
                  <a:lumMod val="40000"/>
                  <a:lumOff val="60000"/>
                </a:schemeClr>
              </a:gs>
              <a:gs pos="100000">
                <a:srgbClr val="F3F5FA"/>
              </a:gs>
            </a:gsLst>
            <a:lin ang="16200000" scaled="1"/>
          </a:gradFill>
          <a:ln>
            <a:solidFill>
              <a:schemeClr val="accent5">
                <a:lumMod val="50000"/>
                <a:alpha val="5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ounded Rectangle 21"/>
          <p:cNvSpPr/>
          <p:nvPr userDrawn="1"/>
        </p:nvSpPr>
        <p:spPr>
          <a:xfrm>
            <a:off x="32918400" y="5257800"/>
            <a:ext cx="10050462" cy="26736675"/>
          </a:xfrm>
          <a:prstGeom prst="roundRect">
            <a:avLst>
              <a:gd name="adj" fmla="val 5862"/>
            </a:avLst>
          </a:prstGeom>
          <a:gradFill>
            <a:gsLst>
              <a:gs pos="0">
                <a:srgbClr val="CDD2DE"/>
              </a:gs>
              <a:gs pos="0">
                <a:schemeClr val="tx2">
                  <a:lumMod val="40000"/>
                  <a:lumOff val="60000"/>
                </a:schemeClr>
              </a:gs>
              <a:gs pos="100000">
                <a:srgbClr val="F3F5FA"/>
              </a:gs>
            </a:gsLst>
            <a:lin ang="16200000" scaled="1"/>
          </a:gradFill>
          <a:ln>
            <a:solidFill>
              <a:schemeClr val="accent5">
                <a:lumMod val="50000"/>
                <a:alpha val="5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ounded Rectangle 22"/>
          <p:cNvSpPr/>
          <p:nvPr userDrawn="1"/>
        </p:nvSpPr>
        <p:spPr>
          <a:xfrm>
            <a:off x="11583194" y="5267325"/>
            <a:ext cx="20724813" cy="26736675"/>
          </a:xfrm>
          <a:prstGeom prst="roundRect">
            <a:avLst>
              <a:gd name="adj" fmla="val 2853"/>
            </a:avLst>
          </a:prstGeom>
          <a:gradFill>
            <a:gsLst>
              <a:gs pos="0">
                <a:srgbClr val="CDD2DE"/>
              </a:gs>
              <a:gs pos="0">
                <a:schemeClr val="tx2">
                  <a:lumMod val="40000"/>
                  <a:lumOff val="60000"/>
                </a:schemeClr>
              </a:gs>
              <a:gs pos="100000">
                <a:srgbClr val="F3F5FA"/>
              </a:gs>
            </a:gsLst>
            <a:lin ang="16200000" scaled="1"/>
          </a:gradFill>
          <a:ln>
            <a:solidFill>
              <a:schemeClr val="accent5">
                <a:lumMod val="50000"/>
                <a:alpha val="5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3" name="Group 42"/>
          <p:cNvGrpSpPr/>
          <p:nvPr userDrawn="1"/>
        </p:nvGrpSpPr>
        <p:grpSpPr>
          <a:xfrm>
            <a:off x="44157839" y="-55065"/>
            <a:ext cx="11062139" cy="32973465"/>
            <a:chOff x="44157839" y="-55065"/>
            <a:chExt cx="11062139" cy="32973465"/>
          </a:xfrm>
        </p:grpSpPr>
        <p:sp>
          <p:nvSpPr>
            <p:cNvPr id="44" name="Rectangle 43"/>
            <p:cNvSpPr/>
            <p:nvPr userDrawn="1"/>
          </p:nvSpPr>
          <p:spPr>
            <a:xfrm>
              <a:off x="44157839" y="-55065"/>
              <a:ext cx="11062139" cy="32973465"/>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algn="ctr"/>
              <a:r>
                <a:rPr lang="en-US" sz="4000" b="1" spc="600" dirty="0">
                  <a:solidFill>
                    <a:schemeClr val="bg1"/>
                  </a:solidFill>
                  <a:latin typeface="Trebuchet MS" pitchFamily="34" charset="0"/>
                </a:rPr>
                <a:t>QUICK START (cont.)</a:t>
              </a:r>
            </a:p>
            <a:p>
              <a:pPr algn="ctr"/>
              <a:endParaRPr lang="en-US" sz="3600" b="1" baseline="0" dirty="0">
                <a:solidFill>
                  <a:schemeClr val="bg1"/>
                </a:solidFill>
                <a:latin typeface="Trebuchet MS" pitchFamily="34" charset="0"/>
              </a:endParaRPr>
            </a:p>
            <a:p>
              <a:pPr algn="ctr"/>
              <a:r>
                <a:rPr lang="en-US" sz="3200" b="1" baseline="0" dirty="0">
                  <a:solidFill>
                    <a:srgbClr val="FFC000"/>
                  </a:solidFill>
                  <a:latin typeface="Trebuchet MS" pitchFamily="34" charset="0"/>
                </a:rPr>
                <a:t>How to change the template color theme</a:t>
              </a:r>
            </a:p>
            <a:p>
              <a:pPr marL="0" marR="0" lvl="2" indent="0" algn="l" defTabSz="114300" rtl="0" eaLnBrk="1" fontAlgn="auto" latinLnBrk="0" hangingPunct="1">
                <a:lnSpc>
                  <a:spcPct val="100000"/>
                </a:lnSpc>
                <a:spcBef>
                  <a:spcPts val="0"/>
                </a:spcBef>
                <a:spcAft>
                  <a:spcPts val="0"/>
                </a:spcAft>
                <a:buClrTx/>
                <a:buSzTx/>
                <a:buFontTx/>
                <a:buNone/>
                <a:tabLst/>
                <a:defRPr/>
              </a:pPr>
              <a:r>
                <a:rPr lang="en-US" sz="2400" b="0" baseline="0" dirty="0">
                  <a:solidFill>
                    <a:schemeClr val="bg1">
                      <a:lumMod val="75000"/>
                    </a:schemeClr>
                  </a:solidFill>
                  <a:latin typeface="Trebuchet MS" pitchFamily="34" charset="0"/>
                </a:rPr>
                <a:t>You can easily change the color theme of your poster by going to the DESIGN menu, click on COLORS, and choose the color theme of your choice. You can </a:t>
              </a:r>
              <a:r>
                <a:rPr lang="en-US" sz="2400" b="0" spc="0" baseline="0" dirty="0">
                  <a:solidFill>
                    <a:schemeClr val="bg1">
                      <a:lumMod val="75000"/>
                    </a:schemeClr>
                  </a:solidFill>
                  <a:latin typeface="Trebuchet MS" pitchFamily="34" charset="0"/>
                </a:rPr>
                <a:t>also create your own color theme.</a:t>
              </a:r>
            </a:p>
            <a:p>
              <a:pPr marL="0" marR="0" lvl="2" indent="0" algn="l" defTabSz="114300" rtl="0" eaLnBrk="1" fontAlgn="auto" latinLnBrk="0" hangingPunct="1">
                <a:lnSpc>
                  <a:spcPct val="100000"/>
                </a:lnSpc>
                <a:spcBef>
                  <a:spcPts val="0"/>
                </a:spcBef>
                <a:spcAft>
                  <a:spcPts val="0"/>
                </a:spcAft>
                <a:buClrTx/>
                <a:buSzTx/>
                <a:buFontTx/>
                <a:buNone/>
                <a:tabLst/>
                <a:defRPr/>
              </a:pPr>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r>
                <a:rPr lang="en-US" sz="2400" b="0" baseline="0" dirty="0">
                  <a:solidFill>
                    <a:schemeClr val="bg1">
                      <a:lumMod val="75000"/>
                    </a:schemeClr>
                  </a:solidFill>
                  <a:latin typeface="Trebuchet MS" pitchFamily="34" charset="0"/>
                </a:rPr>
                <a:t>You can also manually change the color of your background by going to VIEW &gt; SLIDE MASTER.  After you finish working on the master be sure to go to VIEW &gt; NORMAL to continue working on your poster.</a:t>
              </a:r>
            </a:p>
            <a:p>
              <a:pPr marL="0" indent="0" algn="l" defTabSz="114300"/>
              <a:endParaRPr lang="en-US" sz="2400" b="0" baseline="0" dirty="0">
                <a:solidFill>
                  <a:schemeClr val="bg1">
                    <a:lumMod val="75000"/>
                  </a:schemeClr>
                </a:solidFill>
                <a:latin typeface="Trebuchet MS" pitchFamily="34" charset="0"/>
              </a:endParaRPr>
            </a:p>
            <a:p>
              <a:pPr algn="ctr"/>
              <a:r>
                <a:rPr lang="en-US" sz="3200" b="1" baseline="0" dirty="0">
                  <a:solidFill>
                    <a:srgbClr val="FFC000"/>
                  </a:solidFill>
                  <a:latin typeface="Trebuchet MS" pitchFamily="34" charset="0"/>
                </a:rPr>
                <a:t>How to add Text</a:t>
              </a:r>
            </a:p>
            <a:p>
              <a:pPr marL="3265488" lvl="2" indent="0" algn="l" defTabSz="114300"/>
              <a:r>
                <a:rPr lang="en-US" sz="2400" b="0" baseline="0" dirty="0">
                  <a:solidFill>
                    <a:schemeClr val="bg1">
                      <a:lumMod val="75000"/>
                    </a:schemeClr>
                  </a:solidFill>
                  <a:latin typeface="Trebuchet MS" pitchFamily="34" charset="0"/>
                </a:rPr>
                <a:t>The template comes with a number of pre-formatted placeholders for headers and text blocks. You can add more blocks by copying and pasting the existing ones or by adding a text box from the HOME menu. </a:t>
              </a:r>
            </a:p>
            <a:p>
              <a:pPr marL="1518341" lvl="2" indent="0" algn="l" defTabSz="114300"/>
              <a:endParaRPr lang="en-US" sz="2400" b="0" baseline="0" dirty="0">
                <a:solidFill>
                  <a:schemeClr val="bg1">
                    <a:lumMod val="75000"/>
                  </a:schemeClr>
                </a:solidFill>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lang="en-US" sz="2400" b="0" baseline="0" dirty="0">
                  <a:solidFill>
                    <a:schemeClr val="bg1">
                      <a:lumMod val="75000"/>
                    </a:schemeClr>
                  </a:solidFill>
                  <a:latin typeface="Trebuchet MS" pitchFamily="34" charset="0"/>
                </a:rPr>
                <a:t> </a:t>
              </a:r>
              <a:r>
                <a:rPr kumimoji="0" lang="en-US" sz="3200" b="1" i="0" u="none" strike="noStrike" kern="1200" cap="none" spc="0" normalizeH="0" baseline="0" noProof="0" dirty="0">
                  <a:ln>
                    <a:noFill/>
                  </a:ln>
                  <a:solidFill>
                    <a:srgbClr val="FFC000"/>
                  </a:solidFill>
                  <a:effectLst/>
                  <a:uLnTx/>
                  <a:uFillTx/>
                  <a:latin typeface="Trebuchet MS" pitchFamily="34" charset="0"/>
                </a:rPr>
                <a:t>Text size</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Adjust the size of your text based on how much content you have to present. The default template text offers a good starting point. Follow the conference requirements.</a:t>
              </a:r>
              <a:endParaRPr lang="en-US" sz="2400" b="0" baseline="0" dirty="0">
                <a:solidFill>
                  <a:schemeClr val="bg1">
                    <a:lumMod val="75000"/>
                  </a:schemeClr>
                </a:solidFill>
                <a:latin typeface="Trebuchet MS" pitchFamily="34" charset="0"/>
              </a:endParaRPr>
            </a:p>
            <a:p>
              <a:pPr marL="1518341" lvl="2" indent="0" algn="l" defTabSz="114300"/>
              <a:endParaRPr lang="en-US" sz="2400" b="0" baseline="0" dirty="0">
                <a:solidFill>
                  <a:schemeClr val="bg1">
                    <a:lumMod val="75000"/>
                  </a:schemeClr>
                </a:solidFill>
                <a:latin typeface="Trebuchet MS" pitchFamily="34" charset="0"/>
              </a:endParaRPr>
            </a:p>
            <a:p>
              <a:pPr algn="ctr"/>
              <a:r>
                <a:rPr lang="en-US" sz="3200" b="1" baseline="0" dirty="0">
                  <a:solidFill>
                    <a:srgbClr val="FFC000"/>
                  </a:solidFill>
                  <a:latin typeface="Trebuchet MS" pitchFamily="34" charset="0"/>
                </a:rPr>
                <a:t>How to add Tables</a:t>
              </a:r>
            </a:p>
            <a:p>
              <a:pPr marL="1730375" lvl="1" indent="0" algn="l" defTabSz="114300"/>
              <a:r>
                <a:rPr lang="en-US" sz="2400" b="0" baseline="0" dirty="0">
                  <a:solidFill>
                    <a:schemeClr val="bg1">
                      <a:lumMod val="75000"/>
                    </a:schemeClr>
                  </a:solidFill>
                  <a:latin typeface="Trebuchet MS" pitchFamily="34" charset="0"/>
                </a:rPr>
                <a:t>To add a table from scratch go to the INSERT menu and </a:t>
              </a:r>
              <a:br>
                <a:rPr lang="en-US" sz="2400" b="0" baseline="0" dirty="0">
                  <a:solidFill>
                    <a:schemeClr val="bg1">
                      <a:lumMod val="75000"/>
                    </a:schemeClr>
                  </a:solidFill>
                  <a:latin typeface="Trebuchet MS" pitchFamily="34" charset="0"/>
                </a:rPr>
              </a:br>
              <a:r>
                <a:rPr lang="en-US" sz="2400" b="0" baseline="0" dirty="0">
                  <a:solidFill>
                    <a:schemeClr val="bg1">
                      <a:lumMod val="75000"/>
                    </a:schemeClr>
                  </a:solidFill>
                  <a:latin typeface="Trebuchet MS" pitchFamily="34" charset="0"/>
                </a:rPr>
                <a:t>click on TABLE. A drop-down box will help you select rows and columns. </a:t>
              </a:r>
            </a:p>
            <a:p>
              <a:pPr marL="0" lvl="0" indent="0" algn="l" defTabSz="114300"/>
              <a:r>
                <a:rPr lang="en-US" sz="2400" b="0" baseline="0" dirty="0">
                  <a:solidFill>
                    <a:schemeClr val="bg1">
                      <a:lumMod val="75000"/>
                    </a:schemeClr>
                  </a:solidFill>
                  <a:latin typeface="Trebuchet MS" pitchFamily="34" charset="0"/>
                </a:rPr>
                <a:t>You can also copy and a paste a table from Word or another PowerPoint document. A pasted table may need to be re-formatted by RIGHT-CLICK &gt; FORMAT SHAPE, TEXT BOX, Margins.</a:t>
              </a:r>
            </a:p>
            <a:p>
              <a:pPr marL="0" lvl="0" indent="0" algn="l" defTabSz="114300"/>
              <a:endParaRPr lang="en-US" sz="2400" b="0" baseline="0" dirty="0">
                <a:solidFill>
                  <a:schemeClr val="bg1">
                    <a:lumMod val="75000"/>
                  </a:schemeClr>
                </a:solidFill>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Graphs / Charts</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You can simply copy and paste charts and graphs from Excel or Word. Some reformatting may be required depending on how the original document has been created.</a:t>
              </a:r>
            </a:p>
            <a:p>
              <a:pPr marL="0" marR="0" lvl="0" indent="0" algn="l" defTabSz="1143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white">
                    <a:lumMod val="75000"/>
                  </a:prstClr>
                </a:solidFill>
                <a:effectLst/>
                <a:uLnTx/>
                <a:uFillTx/>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How to change the column configuration</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RIGHT-CLICK on the poster background and select LAYOUT to see the column options available for this template. The poster columns can also be customized on the Master. VIEW &gt; MASTER.</a:t>
              </a:r>
            </a:p>
            <a:p>
              <a:pPr marL="0" marR="0" lvl="0" indent="0" algn="ctr" defTabSz="1518341" rtl="0" eaLnBrk="1" fontAlgn="auto" latinLnBrk="0" hangingPunct="1">
                <a:lnSpc>
                  <a:spcPct val="100000"/>
                </a:lnSpc>
                <a:spcBef>
                  <a:spcPts val="0"/>
                </a:spcBef>
                <a:spcAft>
                  <a:spcPts val="0"/>
                </a:spcAft>
                <a:buClrTx/>
                <a:buSzTx/>
                <a:buFontTx/>
                <a:buNone/>
                <a:tabLst/>
                <a:defRPr/>
              </a:pPr>
              <a:endParaRPr kumimoji="0" lang="en-US" sz="3200" b="1" i="0" u="none" strike="noStrike" kern="1200" cap="none" spc="0" normalizeH="0" baseline="0" noProof="0" dirty="0">
                <a:ln>
                  <a:noFill/>
                </a:ln>
                <a:solidFill>
                  <a:srgbClr val="FFC000"/>
                </a:solidFill>
                <a:effectLst/>
                <a:uLnTx/>
                <a:uFillTx/>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How to remove the info bars</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If you are working in PowerPoint for Windows and have finished your poster, save as PDF and the bars will not be included. You can also delete them by going to VIEW &gt; MASTER. On the Mac adjust the Page-Setup to match the Page-Setup in PowerPoint before you create a PDF. You can also delete them from the Slide Master.</a:t>
              </a:r>
            </a:p>
            <a:p>
              <a:pPr marL="0" marR="0" lvl="0" indent="0" algn="l" defTabSz="1143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white">
                    <a:lumMod val="75000"/>
                  </a:prstClr>
                </a:solidFill>
                <a:effectLst/>
                <a:uLnTx/>
                <a:uFillTx/>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Save your work</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Save your template as a PowerPoint document. For printing, save as PowerPoint or “Print-quality” PDF.</a:t>
              </a:r>
            </a:p>
            <a:p>
              <a:pPr marL="0" marR="0" lvl="0" indent="0" algn="l" defTabSz="114300" rtl="0" eaLnBrk="1" fontAlgn="auto" latinLnBrk="0" hangingPunct="1">
                <a:lnSpc>
                  <a:spcPct val="100000"/>
                </a:lnSpc>
                <a:spcBef>
                  <a:spcPts val="0"/>
                </a:spcBef>
                <a:spcAft>
                  <a:spcPts val="0"/>
                </a:spcAft>
                <a:buClrTx/>
                <a:buSzTx/>
                <a:buFontTx/>
                <a:buNone/>
                <a:tabLst/>
                <a:defRPr/>
              </a:pPr>
              <a:endParaRPr lang="en-US" sz="2400" b="0" baseline="0" dirty="0">
                <a:solidFill>
                  <a:schemeClr val="bg1">
                    <a:lumMod val="75000"/>
                  </a:schemeClr>
                </a:solidFill>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Print your poster</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When you are ready to have your poster printed go online to PosterPresentations.com and click on the “Order Your Poster” button. Choose the poster type the best suits your needs and submit your order. If you submit a PowerPoint document you will be receiving a PDF proof for your approval prior to printing. If your order is placed and paid for before noon, Pacific, Monday through Friday, your order will ship out that same day. Next day, Second day, Third day, and Free Ground services are offered. Go to PosterPresentations.com for more information.</a:t>
              </a:r>
            </a:p>
            <a:p>
              <a:pPr marL="0" marR="0" lvl="0" indent="0" algn="l" defTabSz="114300" rtl="0" eaLnBrk="1" fontAlgn="auto" latinLnBrk="0" hangingPunct="1">
                <a:lnSpc>
                  <a:spcPct val="100000"/>
                </a:lnSpc>
                <a:spcBef>
                  <a:spcPts val="0"/>
                </a:spcBef>
                <a:spcAft>
                  <a:spcPts val="0"/>
                </a:spcAft>
                <a:buClrTx/>
                <a:buSzTx/>
                <a:buFontTx/>
                <a:buNone/>
                <a:tabLst/>
                <a:defRPr/>
              </a:pPr>
              <a:endParaRPr kumimoji="0" lang="en-US" sz="2800" b="0" i="0" u="none" strike="noStrike" kern="1200" cap="none" spc="0" normalizeH="0" baseline="0" noProof="0" dirty="0">
                <a:ln>
                  <a:noFill/>
                </a:ln>
                <a:solidFill>
                  <a:prstClr val="white">
                    <a:lumMod val="75000"/>
                  </a:prstClr>
                </a:solidFill>
                <a:effectLst/>
                <a:uLnTx/>
                <a:uFillTx/>
                <a:latin typeface="Trebuchet MS" pitchFamily="34" charset="0"/>
              </a:endParaRPr>
            </a:p>
          </p:txBody>
        </p:sp>
        <p:graphicFrame>
          <p:nvGraphicFramePr>
            <p:cNvPr id="45" name="Object 44"/>
            <p:cNvGraphicFramePr>
              <a:graphicFrameLocks noChangeAspect="1"/>
            </p:cNvGraphicFramePr>
            <p:nvPr userDrawn="1">
              <p:extLst>
                <p:ext uri="{D42A27DB-BD31-4B8C-83A1-F6EECF244321}">
                  <p14:modId xmlns:p14="http://schemas.microsoft.com/office/powerpoint/2010/main" val="262704017"/>
                </p:ext>
              </p:extLst>
            </p:nvPr>
          </p:nvGraphicFramePr>
          <p:xfrm>
            <a:off x="46915679" y="3349444"/>
            <a:ext cx="5586150" cy="2063772"/>
          </p:xfrm>
          <a:graphic>
            <a:graphicData uri="http://schemas.openxmlformats.org/presentationml/2006/ole">
              <mc:AlternateContent xmlns:mc="http://schemas.openxmlformats.org/markup-compatibility/2006">
                <mc:Choice xmlns:v="urn:schemas-microsoft-com:vml" Requires="v">
                  <p:oleObj name="Image" r:id="rId3" imgW="4571280" imgH="1688760" progId="Photoshop.Image.13">
                    <p:embed/>
                  </p:oleObj>
                </mc:Choice>
                <mc:Fallback>
                  <p:oleObj name="Image" r:id="rId3" imgW="4571280" imgH="1688760" progId="Photoshop.Image.13">
                    <p:embed/>
                    <p:pic>
                      <p:nvPicPr>
                        <p:cNvPr id="45" name="Object 44"/>
                        <p:cNvPicPr/>
                        <p:nvPr/>
                      </p:nvPicPr>
                      <p:blipFill>
                        <a:blip r:embed="rId4"/>
                        <a:stretch>
                          <a:fillRect/>
                        </a:stretch>
                      </p:blipFill>
                      <p:spPr>
                        <a:xfrm>
                          <a:off x="46915679" y="3349444"/>
                          <a:ext cx="5586150" cy="2063772"/>
                        </a:xfrm>
                        <a:prstGeom prst="rect">
                          <a:avLst/>
                        </a:prstGeom>
                      </p:spPr>
                    </p:pic>
                  </p:oleObj>
                </mc:Fallback>
              </mc:AlternateContent>
            </a:graphicData>
          </a:graphic>
        </p:graphicFrame>
        <p:pic>
          <p:nvPicPr>
            <p:cNvPr id="46" name="Picture 45"/>
            <p:cNvPicPr>
              <a:picLocks noChangeAspect="1"/>
            </p:cNvPicPr>
            <p:nvPr userDrawn="1"/>
          </p:nvPicPr>
          <p:blipFill>
            <a:blip r:embed="rId5"/>
            <a:stretch>
              <a:fillRect/>
            </a:stretch>
          </p:blipFill>
          <p:spPr>
            <a:xfrm>
              <a:off x="44621819" y="7740040"/>
              <a:ext cx="2969584" cy="1370577"/>
            </a:xfrm>
            <a:prstGeom prst="rect">
              <a:avLst/>
            </a:prstGeom>
            <a:ln>
              <a:noFill/>
            </a:ln>
          </p:spPr>
        </p:pic>
        <p:graphicFrame>
          <p:nvGraphicFramePr>
            <p:cNvPr id="47" name="Object 46"/>
            <p:cNvGraphicFramePr>
              <a:graphicFrameLocks noChangeAspect="1"/>
            </p:cNvGraphicFramePr>
            <p:nvPr userDrawn="1">
              <p:extLst>
                <p:ext uri="{D42A27DB-BD31-4B8C-83A1-F6EECF244321}">
                  <p14:modId xmlns:p14="http://schemas.microsoft.com/office/powerpoint/2010/main" val="2040245264"/>
                </p:ext>
              </p:extLst>
            </p:nvPr>
          </p:nvGraphicFramePr>
          <p:xfrm>
            <a:off x="44629619" y="12347263"/>
            <a:ext cx="1482266" cy="992162"/>
          </p:xfrm>
          <a:graphic>
            <a:graphicData uri="http://schemas.openxmlformats.org/presentationml/2006/ole">
              <mc:AlternateContent xmlns:mc="http://schemas.openxmlformats.org/markup-compatibility/2006">
                <mc:Choice xmlns:v="urn:schemas-microsoft-com:vml" Requires="v">
                  <p:oleObj name="Image" r:id="rId6" imgW="1574280" imgH="1053720" progId="Photoshop.Image.13">
                    <p:embed/>
                  </p:oleObj>
                </mc:Choice>
                <mc:Fallback>
                  <p:oleObj name="Image" r:id="rId6" imgW="1574280" imgH="1053720" progId="Photoshop.Image.13">
                    <p:embed/>
                    <p:pic>
                      <p:nvPicPr>
                        <p:cNvPr id="47" name="Object 46"/>
                        <p:cNvPicPr/>
                        <p:nvPr/>
                      </p:nvPicPr>
                      <p:blipFill>
                        <a:blip r:embed="rId7"/>
                        <a:stretch>
                          <a:fillRect/>
                        </a:stretch>
                      </p:blipFill>
                      <p:spPr>
                        <a:xfrm>
                          <a:off x="44629619" y="12347263"/>
                          <a:ext cx="1482266" cy="992162"/>
                        </a:xfrm>
                        <a:prstGeom prst="rect">
                          <a:avLst/>
                        </a:prstGeom>
                      </p:spPr>
                    </p:pic>
                  </p:oleObj>
                </mc:Fallback>
              </mc:AlternateContent>
            </a:graphicData>
          </a:graphic>
        </p:graphicFrame>
        <p:grpSp>
          <p:nvGrpSpPr>
            <p:cNvPr id="48" name="Group 47"/>
            <p:cNvGrpSpPr/>
            <p:nvPr userDrawn="1"/>
          </p:nvGrpSpPr>
          <p:grpSpPr>
            <a:xfrm>
              <a:off x="44487207" y="29414560"/>
              <a:ext cx="10354213" cy="1265612"/>
              <a:chOff x="44200453" y="28362386"/>
              <a:chExt cx="9771399" cy="1090622"/>
            </a:xfrm>
          </p:grpSpPr>
          <p:sp>
            <p:nvSpPr>
              <p:cNvPr id="50" name="Rounded Rectangle 49"/>
              <p:cNvSpPr/>
              <p:nvPr userDrawn="1"/>
            </p:nvSpPr>
            <p:spPr>
              <a:xfrm>
                <a:off x="44200453" y="28362386"/>
                <a:ext cx="9771398" cy="1090622"/>
              </a:xfrm>
              <a:prstGeom prst="round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1" name="Picture 7" descr="http://t2.gstatic.com/images?q=tbn:ANd9GcR4APHC6TT9w54M2zn_pvCiBxUNcspYPoVxirLRphBoJabfSvu7zw">
                <a:hlinkClick r:id="rId8"/>
              </p:cNvPr>
              <p:cNvPicPr>
                <a:picLocks noChangeAspect="1" noChangeArrowheads="1"/>
              </p:cNvPicPr>
              <p:nvPr userDrawn="1"/>
            </p:nvPicPr>
            <p:blipFill>
              <a:blip r:embed="rId9" cstate="print"/>
              <a:srcRect/>
              <a:stretch>
                <a:fillRect/>
              </a:stretch>
            </p:blipFill>
            <p:spPr bwMode="auto">
              <a:xfrm>
                <a:off x="44326393" y="28460718"/>
                <a:ext cx="914401" cy="914399"/>
              </a:xfrm>
              <a:prstGeom prst="rect">
                <a:avLst/>
              </a:prstGeom>
              <a:noFill/>
              <a:ln>
                <a:noFill/>
              </a:ln>
            </p:spPr>
          </p:pic>
          <p:sp>
            <p:nvSpPr>
              <p:cNvPr id="52" name="TextBox 51"/>
              <p:cNvSpPr txBox="1"/>
              <p:nvPr userDrawn="1"/>
            </p:nvSpPr>
            <p:spPr>
              <a:xfrm>
                <a:off x="45300663" y="28552305"/>
                <a:ext cx="8671189" cy="716099"/>
              </a:xfrm>
              <a:prstGeom prst="rect">
                <a:avLst/>
              </a:prstGeom>
              <a:noFill/>
              <a:ln>
                <a:noFill/>
              </a:ln>
            </p:spPr>
            <p:txBody>
              <a:bodyPr wrap="square" rtlCol="0">
                <a:spAutoFit/>
              </a:bodyPr>
              <a:lstStyle/>
              <a:p>
                <a:r>
                  <a:rPr lang="en-US" sz="2400" dirty="0">
                    <a:solidFill>
                      <a:schemeClr val="tx2"/>
                    </a:solidFill>
                    <a:latin typeface="Trebuchet MS" pitchFamily="34" charset="0"/>
                  </a:rPr>
                  <a:t>Student</a:t>
                </a:r>
                <a:r>
                  <a:rPr lang="en-US" sz="2400" baseline="0" dirty="0">
                    <a:solidFill>
                      <a:schemeClr val="tx2"/>
                    </a:solidFill>
                    <a:latin typeface="Trebuchet MS" pitchFamily="34" charset="0"/>
                  </a:rPr>
                  <a:t> discounts are available on our </a:t>
                </a:r>
                <a:r>
                  <a:rPr lang="en-US" sz="2400" baseline="0" dirty="0" err="1">
                    <a:solidFill>
                      <a:schemeClr val="tx2"/>
                    </a:solidFill>
                    <a:latin typeface="Trebuchet MS" pitchFamily="34" charset="0"/>
                  </a:rPr>
                  <a:t>Facebook</a:t>
                </a:r>
                <a:r>
                  <a:rPr lang="en-US" sz="2400" baseline="0" dirty="0">
                    <a:solidFill>
                      <a:schemeClr val="tx2"/>
                    </a:solidFill>
                    <a:latin typeface="Trebuchet MS" pitchFamily="34" charset="0"/>
                  </a:rPr>
                  <a:t> page.</a:t>
                </a:r>
                <a:br>
                  <a:rPr lang="en-US" sz="2400" baseline="0" dirty="0">
                    <a:solidFill>
                      <a:schemeClr val="tx2"/>
                    </a:solidFill>
                    <a:latin typeface="Trebuchet MS" pitchFamily="34" charset="0"/>
                  </a:rPr>
                </a:br>
                <a:r>
                  <a:rPr lang="en-US" sz="2400" baseline="0" dirty="0">
                    <a:solidFill>
                      <a:schemeClr val="tx2"/>
                    </a:solidFill>
                    <a:latin typeface="Trebuchet MS" pitchFamily="34" charset="0"/>
                  </a:rPr>
                  <a:t>Go to </a:t>
                </a:r>
                <a:r>
                  <a:rPr lang="en-US" sz="2400" u="sng" baseline="0" dirty="0">
                    <a:solidFill>
                      <a:schemeClr val="tx2"/>
                    </a:solidFill>
                    <a:latin typeface="Trebuchet MS" pitchFamily="34" charset="0"/>
                  </a:rPr>
                  <a:t>PosterPresentations.com</a:t>
                </a:r>
                <a:r>
                  <a:rPr lang="en-US" sz="2400" baseline="0" dirty="0">
                    <a:solidFill>
                      <a:schemeClr val="tx2"/>
                    </a:solidFill>
                    <a:latin typeface="Trebuchet MS" pitchFamily="34" charset="0"/>
                  </a:rPr>
                  <a:t> and click on the FB icon. </a:t>
                </a:r>
                <a:endParaRPr lang="en-US" sz="2400" dirty="0">
                  <a:solidFill>
                    <a:schemeClr val="tx2"/>
                  </a:solidFill>
                  <a:latin typeface="Trebuchet MS" pitchFamily="34" charset="0"/>
                </a:endParaRPr>
              </a:p>
            </p:txBody>
          </p:sp>
        </p:grpSp>
        <p:sp>
          <p:nvSpPr>
            <p:cNvPr id="49" name="TextBox 48"/>
            <p:cNvSpPr txBox="1"/>
            <p:nvPr userDrawn="1"/>
          </p:nvSpPr>
          <p:spPr>
            <a:xfrm>
              <a:off x="44262808" y="31169782"/>
              <a:ext cx="6870215" cy="1399638"/>
            </a:xfrm>
            <a:prstGeom prst="rect">
              <a:avLst/>
            </a:prstGeom>
            <a:noFill/>
          </p:spPr>
          <p:txBody>
            <a:bodyPr wrap="square" lIns="65304" tIns="32651" rIns="65304" bIns="32651" rtlCol="0">
              <a:spAutoFit/>
            </a:bodyPr>
            <a:lstStyle/>
            <a:p>
              <a:pPr>
                <a:lnSpc>
                  <a:spcPts val="2600"/>
                </a:lnSpc>
              </a:pPr>
              <a:r>
                <a:rPr lang="en-US" sz="2800" dirty="0">
                  <a:solidFill>
                    <a:schemeClr val="bg1"/>
                  </a:solidFill>
                </a:rPr>
                <a:t>© 2015</a:t>
              </a:r>
              <a:r>
                <a:rPr lang="en-US" sz="2800" baseline="0" dirty="0">
                  <a:solidFill>
                    <a:schemeClr val="bg1"/>
                  </a:solidFill>
                </a:rPr>
                <a:t> </a:t>
              </a:r>
              <a:r>
                <a:rPr lang="en-US" sz="2800" dirty="0">
                  <a:solidFill>
                    <a:schemeClr val="bg1"/>
                  </a:solidFill>
                </a:rPr>
                <a:t>PosterPresentations.com</a:t>
              </a:r>
              <a:br>
                <a:rPr lang="en-US" sz="2800" dirty="0">
                  <a:solidFill>
                    <a:schemeClr val="bg1"/>
                  </a:solidFill>
                </a:rPr>
              </a:br>
              <a:r>
                <a:rPr lang="en-US" sz="2800" dirty="0">
                  <a:solidFill>
                    <a:schemeClr val="bg1"/>
                  </a:solidFill>
                </a:rPr>
                <a:t>    </a:t>
              </a:r>
              <a:r>
                <a:rPr lang="en-US" sz="2400" dirty="0">
                  <a:solidFill>
                    <a:schemeClr val="bg1"/>
                  </a:solidFill>
                </a:rPr>
                <a:t>2117 Fourth Street ,</a:t>
              </a:r>
              <a:r>
                <a:rPr lang="en-US" sz="2400" baseline="0" dirty="0">
                  <a:solidFill>
                    <a:schemeClr val="bg1"/>
                  </a:solidFill>
                </a:rPr>
                <a:t> Unit C        </a:t>
              </a:r>
            </a:p>
            <a:p>
              <a:pPr>
                <a:lnSpc>
                  <a:spcPts val="2600"/>
                </a:lnSpc>
              </a:pPr>
              <a:r>
                <a:rPr lang="en-US" sz="2400" baseline="0" dirty="0">
                  <a:solidFill>
                    <a:schemeClr val="bg1"/>
                  </a:solidFill>
                </a:rPr>
                <a:t>     Berkeley CA </a:t>
              </a:r>
              <a:r>
                <a:rPr lang="en-US" sz="2000" baseline="0" dirty="0">
                  <a:solidFill>
                    <a:schemeClr val="bg1"/>
                  </a:solidFill>
                </a:rPr>
                <a:t>94710</a:t>
              </a:r>
              <a:br>
                <a:rPr lang="en-US" sz="2400" baseline="0" dirty="0">
                  <a:solidFill>
                    <a:schemeClr val="bg1"/>
                  </a:solidFill>
                </a:rPr>
              </a:br>
              <a:r>
                <a:rPr lang="en-US" sz="2400" baseline="0" dirty="0">
                  <a:solidFill>
                    <a:schemeClr val="bg1"/>
                  </a:solidFill>
                </a:rPr>
                <a:t>    </a:t>
              </a:r>
              <a:r>
                <a:rPr lang="en-US" sz="2400" b="1" baseline="0" dirty="0">
                  <a:solidFill>
                    <a:srgbClr val="FFFF00"/>
                  </a:solidFill>
                </a:rPr>
                <a:t>posterpresenter@gmail.com</a:t>
              </a:r>
              <a:endParaRPr lang="en-US" sz="2800" b="1" dirty="0">
                <a:solidFill>
                  <a:srgbClr val="FFFF00"/>
                </a:solidFill>
              </a:endParaRPr>
            </a:p>
          </p:txBody>
        </p:sp>
      </p:grpSp>
      <p:grpSp>
        <p:nvGrpSpPr>
          <p:cNvPr id="53" name="Group 52"/>
          <p:cNvGrpSpPr/>
          <p:nvPr userDrawn="1"/>
        </p:nvGrpSpPr>
        <p:grpSpPr>
          <a:xfrm>
            <a:off x="-11225189" y="-1"/>
            <a:ext cx="11018865" cy="32918401"/>
            <a:chOff x="-11225189" y="-1"/>
            <a:chExt cx="11018865" cy="32918401"/>
          </a:xfrm>
        </p:grpSpPr>
        <p:sp>
          <p:nvSpPr>
            <p:cNvPr id="54" name="Rectangle 53"/>
            <p:cNvSpPr/>
            <p:nvPr/>
          </p:nvSpPr>
          <p:spPr>
            <a:xfrm>
              <a:off x="-11216136" y="-1"/>
              <a:ext cx="11009812" cy="32918401"/>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marL="0" marR="0" indent="0" algn="ctr" defTabSz="1518341" rtl="0" eaLnBrk="1" fontAlgn="auto" latinLnBrk="0" hangingPunct="1">
                <a:lnSpc>
                  <a:spcPct val="100000"/>
                </a:lnSpc>
                <a:spcBef>
                  <a:spcPts val="0"/>
                </a:spcBef>
                <a:spcAft>
                  <a:spcPts val="0"/>
                </a:spcAft>
                <a:buClrTx/>
                <a:buSzTx/>
                <a:buFontTx/>
                <a:buNone/>
                <a:tabLst/>
                <a:defRPr/>
              </a:pPr>
              <a:r>
                <a:rPr lang="en-US" sz="3200" b="1" spc="0" dirty="0">
                  <a:solidFill>
                    <a:srgbClr val="FF0000"/>
                  </a:solidFill>
                  <a:latin typeface="Trebuchet MS" pitchFamily="34" charset="0"/>
                </a:rPr>
                <a:t>(—THIS SIDEBAR DOES NOT PRINT—)</a:t>
              </a:r>
              <a:endParaRPr lang="en-US" sz="3200" b="1" spc="600" dirty="0">
                <a:solidFill>
                  <a:schemeClr val="bg1"/>
                </a:solidFill>
                <a:latin typeface="Trebuchet MS" pitchFamily="34" charset="0"/>
              </a:endParaRPr>
            </a:p>
            <a:p>
              <a:pPr algn="ctr"/>
              <a:r>
                <a:rPr lang="en-US" sz="4000" b="1" spc="600" dirty="0">
                  <a:solidFill>
                    <a:schemeClr val="bg1"/>
                  </a:solidFill>
                  <a:latin typeface="Trebuchet MS" pitchFamily="34" charset="0"/>
                </a:rPr>
                <a:t>DESIGN</a:t>
              </a:r>
              <a:r>
                <a:rPr lang="en-US" sz="4000" b="1" spc="600" baseline="0" dirty="0">
                  <a:solidFill>
                    <a:schemeClr val="bg1"/>
                  </a:solidFill>
                  <a:latin typeface="Trebuchet MS" pitchFamily="34" charset="0"/>
                </a:rPr>
                <a:t> </a:t>
              </a:r>
              <a:r>
                <a:rPr lang="en-US" sz="4000" b="1" spc="600" dirty="0">
                  <a:solidFill>
                    <a:schemeClr val="bg1"/>
                  </a:solidFill>
                  <a:latin typeface="Trebuchet MS" pitchFamily="34" charset="0"/>
                </a:rPr>
                <a:t>GUIDE</a:t>
              </a:r>
            </a:p>
            <a:p>
              <a:pPr algn="ctr"/>
              <a:endParaRPr lang="en-US" sz="2800" b="1" dirty="0">
                <a:latin typeface="Trebuchet MS" pitchFamily="34" charset="0"/>
              </a:endParaRPr>
            </a:p>
            <a:p>
              <a:pPr defTabSz="3765639"/>
              <a:r>
                <a:rPr lang="en-US" sz="2800" i="0" dirty="0">
                  <a:latin typeface="Trebuchet MS" pitchFamily="34" charset="0"/>
                </a:rPr>
                <a:t>This PowerPoint</a:t>
              </a:r>
              <a:r>
                <a:rPr lang="en-US" sz="2800" i="0" baseline="0" dirty="0">
                  <a:latin typeface="Trebuchet MS" pitchFamily="34" charset="0"/>
                </a:rPr>
                <a:t> </a:t>
              </a:r>
              <a:r>
                <a:rPr lang="en-US" sz="2800" i="0" dirty="0">
                  <a:latin typeface="Trebuchet MS" pitchFamily="34" charset="0"/>
                </a:rPr>
                <a:t>2007 template produces</a:t>
              </a:r>
              <a:r>
                <a:rPr lang="en-US" sz="2800" i="0" baseline="0" dirty="0">
                  <a:latin typeface="Trebuchet MS" pitchFamily="34" charset="0"/>
                </a:rPr>
                <a:t> </a:t>
              </a:r>
              <a:r>
                <a:rPr lang="en-US" sz="2800" i="0" dirty="0">
                  <a:latin typeface="Trebuchet MS" pitchFamily="34" charset="0"/>
                </a:rPr>
                <a:t>a 36”x48” presentation poster. </a:t>
              </a:r>
              <a:r>
                <a:rPr lang="en-US" sz="2800" dirty="0">
                  <a:latin typeface="Trebuchet MS" pitchFamily="34" charset="0"/>
                </a:rPr>
                <a:t>You</a:t>
              </a:r>
              <a:r>
                <a:rPr lang="en-US" sz="2800" baseline="0" dirty="0">
                  <a:latin typeface="Trebuchet MS" pitchFamily="34" charset="0"/>
                </a:rPr>
                <a:t> can u</a:t>
              </a:r>
              <a:r>
                <a:rPr lang="en-US" sz="2800" dirty="0">
                  <a:latin typeface="Trebuchet MS" pitchFamily="34" charset="0"/>
                </a:rPr>
                <a:t>se</a:t>
              </a:r>
              <a:r>
                <a:rPr lang="en-US" sz="2800" baseline="0" dirty="0">
                  <a:latin typeface="Trebuchet MS" pitchFamily="34" charset="0"/>
                </a:rPr>
                <a:t> it to create your research poster and </a:t>
              </a:r>
              <a:r>
                <a:rPr lang="en-US" sz="2800" dirty="0">
                  <a:latin typeface="Trebuchet MS" pitchFamily="34" charset="0"/>
                </a:rPr>
                <a:t>save valuable time placing titles, subtitles,</a:t>
              </a:r>
              <a:r>
                <a:rPr lang="en-US" sz="2800" baseline="0" dirty="0">
                  <a:latin typeface="Trebuchet MS" pitchFamily="34" charset="0"/>
                </a:rPr>
                <a:t> text, and graphics</a:t>
              </a:r>
              <a:r>
                <a:rPr lang="en-US" sz="2800" dirty="0">
                  <a:latin typeface="Trebuchet MS" pitchFamily="34" charset="0"/>
                </a:rPr>
                <a:t>. </a:t>
              </a:r>
            </a:p>
            <a:p>
              <a:pPr defTabSz="3765639"/>
              <a:endParaRPr lang="en-US" sz="2800" dirty="0">
                <a:latin typeface="Trebuchet MS" pitchFamily="34" charset="0"/>
              </a:endParaRPr>
            </a:p>
            <a:p>
              <a:pPr defTabSz="4389219"/>
              <a:r>
                <a:rPr lang="en-US" sz="2800" dirty="0">
                  <a:latin typeface="Trebuchet MS" pitchFamily="34" charset="0"/>
                </a:rPr>
                <a:t>We provide a series of online tutorials that will guide you through the poster design process and answer your poster production questions. To view our template tutorials, go online to </a:t>
              </a:r>
              <a:r>
                <a:rPr lang="en-US" sz="2800" b="1" dirty="0">
                  <a:solidFill>
                    <a:srgbClr val="FFC000"/>
                  </a:solidFill>
                  <a:latin typeface="Trebuchet MS" pitchFamily="34" charset="0"/>
                </a:rPr>
                <a:t>PosterPresentations.com</a:t>
              </a:r>
              <a:r>
                <a:rPr lang="en-US" sz="2800" b="1" dirty="0">
                  <a:solidFill>
                    <a:schemeClr val="bg1"/>
                  </a:solidFill>
                  <a:latin typeface="Trebuchet MS" pitchFamily="34" charset="0"/>
                </a:rPr>
                <a:t> </a:t>
              </a:r>
              <a:r>
                <a:rPr lang="en-US" sz="2800" dirty="0">
                  <a:solidFill>
                    <a:schemeClr val="bg1"/>
                  </a:solidFill>
                  <a:latin typeface="Trebuchet MS" pitchFamily="34" charset="0"/>
                </a:rPr>
                <a:t>and click on HELP DESK.</a:t>
              </a:r>
            </a:p>
            <a:p>
              <a:pPr defTabSz="4389219"/>
              <a:endParaRPr lang="en-US" sz="2800" dirty="0">
                <a:latin typeface="Trebuchet MS" pitchFamily="34" charset="0"/>
              </a:endParaRPr>
            </a:p>
            <a:p>
              <a:pPr defTabSz="4389219"/>
              <a:r>
                <a:rPr lang="en-US" sz="2800" dirty="0">
                  <a:solidFill>
                    <a:schemeClr val="bg1"/>
                  </a:solidFill>
                  <a:latin typeface="Trebuchet MS" pitchFamily="34" charset="0"/>
                </a:rPr>
                <a:t>When</a:t>
              </a:r>
              <a:r>
                <a:rPr lang="en-US" sz="2800" baseline="0" dirty="0">
                  <a:solidFill>
                    <a:schemeClr val="bg1"/>
                  </a:solidFill>
                  <a:latin typeface="Trebuchet MS" pitchFamily="34" charset="0"/>
                </a:rPr>
                <a:t> you are ready to print your poster</a:t>
              </a:r>
              <a:r>
                <a:rPr lang="en-US" sz="2800" dirty="0">
                  <a:solidFill>
                    <a:schemeClr val="bg1"/>
                  </a:solidFill>
                  <a:latin typeface="Trebuchet MS" pitchFamily="34" charset="0"/>
                </a:rPr>
                <a:t>,</a:t>
              </a:r>
              <a:r>
                <a:rPr lang="en-US" sz="2800" baseline="0" dirty="0">
                  <a:solidFill>
                    <a:schemeClr val="bg1"/>
                  </a:solidFill>
                  <a:latin typeface="Trebuchet MS" pitchFamily="34" charset="0"/>
                </a:rPr>
                <a:t> go online to </a:t>
              </a:r>
              <a:r>
                <a:rPr lang="en-US" sz="2800" b="0" dirty="0">
                  <a:solidFill>
                    <a:schemeClr val="bg1"/>
                  </a:solidFill>
                  <a:latin typeface="Trebuchet MS" pitchFamily="34" charset="0"/>
                </a:rPr>
                <a:t>PosterPresentations.com</a:t>
              </a:r>
              <a:br>
                <a:rPr lang="en-US" sz="2800" dirty="0">
                  <a:solidFill>
                    <a:schemeClr val="bg1"/>
                  </a:solidFill>
                  <a:latin typeface="Trebuchet MS" pitchFamily="34" charset="0"/>
                </a:rPr>
              </a:br>
              <a:endParaRPr lang="en-US" sz="2800" dirty="0">
                <a:solidFill>
                  <a:schemeClr val="bg1"/>
                </a:solidFill>
                <a:latin typeface="Trebuchet MS" pitchFamily="34" charset="0"/>
              </a:endParaRPr>
            </a:p>
            <a:p>
              <a:pPr algn="l" defTabSz="3765639"/>
              <a:r>
                <a:rPr lang="en-US" sz="2800" b="0" dirty="0">
                  <a:solidFill>
                    <a:schemeClr val="bg1"/>
                  </a:solidFill>
                  <a:latin typeface="Trebuchet MS" pitchFamily="34" charset="0"/>
                </a:rPr>
                <a:t>Need</a:t>
              </a:r>
              <a:r>
                <a:rPr lang="en-US" sz="2800" b="0" baseline="0" dirty="0">
                  <a:solidFill>
                    <a:schemeClr val="bg1"/>
                  </a:solidFill>
                  <a:latin typeface="Trebuchet MS" pitchFamily="34" charset="0"/>
                </a:rPr>
                <a:t> assistance? Call us at </a:t>
              </a:r>
              <a:r>
                <a:rPr lang="en-US" sz="2800" b="0" dirty="0">
                  <a:solidFill>
                    <a:srgbClr val="FFC000"/>
                  </a:solidFill>
                  <a:latin typeface="Trebuchet MS" pitchFamily="34" charset="0"/>
                </a:rPr>
                <a:t>1.510.649.3001</a:t>
              </a:r>
            </a:p>
            <a:p>
              <a:pPr algn="l" defTabSz="3765639"/>
              <a:endParaRPr lang="en-US" sz="3600" b="1" dirty="0">
                <a:solidFill>
                  <a:srgbClr val="FFFF00"/>
                </a:solidFill>
                <a:latin typeface="Trebuchet MS" pitchFamily="34" charset="0"/>
              </a:endParaRPr>
            </a:p>
            <a:p>
              <a:pPr algn="ctr"/>
              <a:endParaRPr lang="en-US" sz="2400" b="1" dirty="0">
                <a:solidFill>
                  <a:schemeClr val="bg1"/>
                </a:solidFill>
                <a:latin typeface="Trebuchet MS" pitchFamily="34" charset="0"/>
              </a:endParaRPr>
            </a:p>
            <a:p>
              <a:pPr algn="ctr"/>
              <a:r>
                <a:rPr lang="en-US" sz="4000" b="1" spc="600" dirty="0">
                  <a:solidFill>
                    <a:schemeClr val="bg1"/>
                  </a:solidFill>
                  <a:latin typeface="Trebuchet MS" pitchFamily="34" charset="0"/>
                </a:rPr>
                <a:t>QUICK START</a:t>
              </a:r>
            </a:p>
            <a:p>
              <a:pPr algn="ctr"/>
              <a:endParaRPr lang="en-US" sz="3200" b="1" baseline="0" dirty="0">
                <a:solidFill>
                  <a:schemeClr val="bg1"/>
                </a:solidFill>
                <a:latin typeface="Trebuchet MS" pitchFamily="34" charset="0"/>
              </a:endParaRPr>
            </a:p>
            <a:p>
              <a:pPr algn="ctr"/>
              <a:r>
                <a:rPr lang="en-US" sz="3200" b="1" baseline="0" dirty="0">
                  <a:solidFill>
                    <a:srgbClr val="FFC000"/>
                  </a:solidFill>
                  <a:latin typeface="Trebuchet MS" pitchFamily="34" charset="0"/>
                </a:rPr>
                <a:t>Zoom in and out</a:t>
              </a:r>
            </a:p>
            <a:p>
              <a:pPr marL="1892300" indent="-1892300" algn="l" defTabSz="850900"/>
              <a:r>
                <a:rPr lang="en-US" sz="2400" b="0" baseline="0" dirty="0">
                  <a:solidFill>
                    <a:schemeClr val="bg1"/>
                  </a:solidFill>
                  <a:latin typeface="Trebuchet MS" pitchFamily="34" charset="0"/>
                </a:rPr>
                <a:t>	</a:t>
              </a:r>
              <a:r>
                <a:rPr lang="en-US" sz="2400" b="0" baseline="0" dirty="0">
                  <a:solidFill>
                    <a:schemeClr val="bg1">
                      <a:lumMod val="75000"/>
                    </a:schemeClr>
                  </a:solidFill>
                  <a:latin typeface="Trebuchet MS" pitchFamily="34" charset="0"/>
                </a:rPr>
                <a:t>As you work on your poster zoom in and out to the level that is more comfortable to you. </a:t>
              </a:r>
            </a:p>
            <a:p>
              <a:pPr marL="1892300" indent="-1892300" algn="l" defTabSz="850900"/>
              <a:r>
                <a:rPr lang="en-US" sz="2400" b="1" baseline="0" dirty="0">
                  <a:solidFill>
                    <a:schemeClr val="bg1">
                      <a:lumMod val="75000"/>
                    </a:schemeClr>
                  </a:solidFill>
                  <a:latin typeface="Trebuchet MS" pitchFamily="34" charset="0"/>
                </a:rPr>
                <a:t>	</a:t>
              </a:r>
              <a:r>
                <a:rPr lang="en-US" sz="2400" b="0" baseline="0" dirty="0">
                  <a:solidFill>
                    <a:schemeClr val="bg1">
                      <a:lumMod val="75000"/>
                    </a:schemeClr>
                  </a:solidFill>
                  <a:latin typeface="Trebuchet MS" pitchFamily="34" charset="0"/>
                </a:rPr>
                <a:t>Go to VIEW &gt; ZOOM.</a:t>
              </a:r>
            </a:p>
            <a:p>
              <a:pPr algn="l"/>
              <a:endParaRPr lang="en-US" sz="2800" b="0" baseline="0" dirty="0">
                <a:solidFill>
                  <a:schemeClr val="bg1"/>
                </a:solidFill>
                <a:latin typeface="Trebuchet MS" pitchFamily="34" charset="0"/>
              </a:endParaRPr>
            </a:p>
            <a:p>
              <a:pPr algn="ctr"/>
              <a:r>
                <a:rPr lang="en-US" sz="3200" b="1" baseline="0" dirty="0">
                  <a:solidFill>
                    <a:srgbClr val="FFC000"/>
                  </a:solidFill>
                  <a:latin typeface="Trebuchet MS" pitchFamily="34" charset="0"/>
                </a:rPr>
                <a:t>Title, Authors, and Affiliations</a:t>
              </a:r>
            </a:p>
            <a:p>
              <a:pPr algn="l"/>
              <a:r>
                <a:rPr lang="en-US" sz="2400" b="0" baseline="0" dirty="0">
                  <a:solidFill>
                    <a:schemeClr val="bg1">
                      <a:lumMod val="75000"/>
                    </a:schemeClr>
                  </a:solidFill>
                  <a:latin typeface="Trebuchet MS" pitchFamily="34" charset="0"/>
                </a:rPr>
                <a:t>Start designing your poster by adding the title, the names of the authors, and the affiliated institutions. </a:t>
              </a:r>
              <a:r>
                <a:rPr lang="en-US" sz="2400" b="0" spc="0" baseline="0" dirty="0">
                  <a:solidFill>
                    <a:schemeClr val="bg1">
                      <a:lumMod val="75000"/>
                    </a:schemeClr>
                  </a:solidFill>
                  <a:latin typeface="Trebuchet MS" pitchFamily="34" charset="0"/>
                </a:rPr>
                <a:t>You can type or paste text into the provided boxes. The template will automatically adjust the size of your text to fit the title box. You can manually override this feature and change the size of your text. </a:t>
              </a:r>
            </a:p>
            <a:p>
              <a:pPr algn="l"/>
              <a:endParaRPr lang="en-US" sz="2400" b="0" spc="0" baseline="0" dirty="0">
                <a:solidFill>
                  <a:schemeClr val="bg1">
                    <a:lumMod val="75000"/>
                  </a:schemeClr>
                </a:solidFill>
                <a:latin typeface="Trebuchet MS" pitchFamily="34" charset="0"/>
              </a:endParaRPr>
            </a:p>
            <a:p>
              <a:pPr algn="l"/>
              <a:r>
                <a:rPr lang="en-US" sz="2400" b="1" spc="300" baseline="0" dirty="0">
                  <a:solidFill>
                    <a:srgbClr val="FFC000"/>
                  </a:solidFill>
                  <a:latin typeface="Trebuchet MS" pitchFamily="34" charset="0"/>
                </a:rPr>
                <a:t>TIP</a:t>
              </a:r>
              <a:r>
                <a:rPr lang="en-US" sz="2400" b="1" baseline="0" dirty="0">
                  <a:solidFill>
                    <a:srgbClr val="FFC000"/>
                  </a:solidFill>
                  <a:latin typeface="Trebuchet MS" pitchFamily="34" charset="0"/>
                </a:rPr>
                <a:t>: </a:t>
              </a:r>
              <a:r>
                <a:rPr lang="en-US" sz="2400" b="0" baseline="0" dirty="0">
                  <a:solidFill>
                    <a:schemeClr val="bg1">
                      <a:lumMod val="75000"/>
                    </a:schemeClr>
                  </a:solidFill>
                  <a:latin typeface="Trebuchet MS" pitchFamily="34" charset="0"/>
                </a:rPr>
                <a:t>The font size of your title should be bigger than your name(s) and institution name(s).</a:t>
              </a:r>
            </a:p>
            <a:p>
              <a:pPr algn="l"/>
              <a:br>
                <a:rPr lang="en-US" sz="2800" b="1" baseline="0" dirty="0">
                  <a:solidFill>
                    <a:schemeClr val="bg1"/>
                  </a:solidFill>
                  <a:latin typeface="Trebuchet MS" pitchFamily="34" charset="0"/>
                </a:rPr>
              </a:br>
              <a:endParaRPr lang="en-US" sz="2800" b="1" dirty="0">
                <a:solidFill>
                  <a:schemeClr val="bg1"/>
                </a:solidFill>
                <a:latin typeface="Trebuchet MS" pitchFamily="34" charset="0"/>
              </a:endParaRPr>
            </a:p>
            <a:p>
              <a:pPr algn="ctr"/>
              <a:endParaRPr lang="en-US" sz="2800" b="1" dirty="0">
                <a:solidFill>
                  <a:srgbClr val="FFC000"/>
                </a:solidFill>
                <a:latin typeface="Trebuchet MS" pitchFamily="34" charset="0"/>
              </a:endParaRPr>
            </a:p>
            <a:p>
              <a:pPr algn="ctr"/>
              <a:endParaRPr lang="en-US" sz="2800" b="1" dirty="0">
                <a:solidFill>
                  <a:srgbClr val="FFC000"/>
                </a:solidFill>
                <a:latin typeface="Trebuchet MS" pitchFamily="34" charset="0"/>
              </a:endParaRPr>
            </a:p>
            <a:p>
              <a:pPr algn="ctr"/>
              <a:r>
                <a:rPr lang="en-US" sz="3200" b="1" dirty="0">
                  <a:solidFill>
                    <a:srgbClr val="FFC000"/>
                  </a:solidFill>
                  <a:latin typeface="Trebuchet MS" pitchFamily="34" charset="0"/>
                </a:rPr>
                <a:t>Adding Logos</a:t>
              </a:r>
              <a:r>
                <a:rPr lang="en-US" sz="3200" b="1" baseline="0" dirty="0">
                  <a:solidFill>
                    <a:srgbClr val="FFC000"/>
                  </a:solidFill>
                  <a:latin typeface="Trebuchet MS" pitchFamily="34" charset="0"/>
                </a:rPr>
                <a:t> / Seals</a:t>
              </a:r>
            </a:p>
            <a:p>
              <a:pPr algn="l"/>
              <a:r>
                <a:rPr lang="en-US" sz="2400" b="0" baseline="0" dirty="0">
                  <a:solidFill>
                    <a:schemeClr val="bg1">
                      <a:lumMod val="75000"/>
                    </a:schemeClr>
                  </a:solidFill>
                  <a:latin typeface="Trebuchet MS" pitchFamily="34" charset="0"/>
                </a:rPr>
                <a:t>Most often, logos are added on each side of the title. You can insert a logo by dragging and dropping it from your desktop, copy and paste or by going to INSERT &gt; PICTURES. Logos taken from web sites are likely to be low quality when printed. Zoom it at 100% to see what the logo will look like on the final poster and make any necessary adjustments.  </a:t>
              </a:r>
            </a:p>
            <a:p>
              <a:pPr algn="l"/>
              <a:endParaRPr lang="en-US" sz="2400" b="0" spc="300" baseline="0" dirty="0">
                <a:solidFill>
                  <a:schemeClr val="bg1">
                    <a:lumMod val="75000"/>
                  </a:schemeClr>
                </a:solidFill>
                <a:latin typeface="Trebuchet MS" pitchFamily="34" charset="0"/>
              </a:endParaRPr>
            </a:p>
            <a:p>
              <a:pPr algn="l"/>
              <a:r>
                <a:rPr lang="en-US" sz="2400" b="1" spc="300" baseline="0" dirty="0">
                  <a:solidFill>
                    <a:srgbClr val="FFC000"/>
                  </a:solidFill>
                  <a:latin typeface="Trebuchet MS" pitchFamily="34" charset="0"/>
                </a:rPr>
                <a:t>TIP:</a:t>
              </a:r>
              <a:r>
                <a:rPr lang="en-US" sz="2400" b="1" spc="0" baseline="0" dirty="0">
                  <a:solidFill>
                    <a:srgbClr val="FFC000"/>
                  </a:solidFill>
                  <a:latin typeface="Trebuchet MS" pitchFamily="34" charset="0"/>
                </a:rPr>
                <a:t> </a:t>
              </a:r>
              <a:r>
                <a:rPr lang="en-US" sz="2400" b="0" baseline="0" dirty="0">
                  <a:solidFill>
                    <a:schemeClr val="bg1">
                      <a:lumMod val="75000"/>
                    </a:schemeClr>
                  </a:solidFill>
                  <a:latin typeface="Trebuchet MS" pitchFamily="34" charset="0"/>
                </a:rPr>
                <a:t>See if your school’s logo is available on our free poster templates page.</a:t>
              </a:r>
            </a:p>
            <a:p>
              <a:pPr algn="l"/>
              <a:endParaRPr lang="en-US" sz="2400" b="0" baseline="0" dirty="0">
                <a:latin typeface="Trebuchet MS" pitchFamily="34" charset="0"/>
              </a:endParaRPr>
            </a:p>
            <a:p>
              <a:pPr algn="ctr"/>
              <a:r>
                <a:rPr lang="en-US" sz="3200" b="1" baseline="0" dirty="0">
                  <a:solidFill>
                    <a:srgbClr val="FFC000"/>
                  </a:solidFill>
                  <a:latin typeface="Trebuchet MS" pitchFamily="34" charset="0"/>
                </a:rPr>
                <a:t>Photographs / Graphics</a:t>
              </a:r>
            </a:p>
            <a:p>
              <a:pPr algn="l" defTabSz="977900"/>
              <a:r>
                <a:rPr lang="en-US" sz="2400" b="0" baseline="0" dirty="0">
                  <a:solidFill>
                    <a:schemeClr val="bg1">
                      <a:lumMod val="75000"/>
                    </a:schemeClr>
                  </a:solidFill>
                  <a:latin typeface="Trebuchet MS" pitchFamily="34" charset="0"/>
                </a:rPr>
                <a:t>You can add images by dragging and dropping from your desktop, copy and paste, or by going to INSERT &gt; PICTURES. Resize images proportionally by holding down the SHIFT key and dragging one of the corner handles. For a professional-looking poster, do not distort your images by enlarging them </a:t>
              </a:r>
              <a:r>
                <a:rPr lang="en-US" sz="2400" b="0" spc="0" baseline="0" dirty="0">
                  <a:solidFill>
                    <a:schemeClr val="bg1">
                      <a:lumMod val="75000"/>
                    </a:schemeClr>
                  </a:solidFill>
                  <a:latin typeface="Trebuchet MS" pitchFamily="34" charset="0"/>
                </a:rPr>
                <a:t>disproportionally.</a:t>
              </a:r>
            </a:p>
            <a:p>
              <a:pPr algn="l" defTabSz="977900"/>
              <a:endParaRPr lang="en-US" sz="2400" b="0" baseline="0" dirty="0">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r>
                <a:rPr lang="en-US" sz="3200" b="1" baseline="0" dirty="0">
                  <a:solidFill>
                    <a:srgbClr val="FFC000"/>
                  </a:solidFill>
                  <a:latin typeface="Trebuchet MS" pitchFamily="34" charset="0"/>
                </a:rPr>
                <a:t>Image Quality Check</a:t>
              </a:r>
            </a:p>
            <a:p>
              <a:pPr lvl="0" algn="l" defTabSz="977900"/>
              <a:r>
                <a:rPr lang="en-US" sz="2400" b="0" baseline="0" dirty="0">
                  <a:solidFill>
                    <a:schemeClr val="bg1">
                      <a:lumMod val="75000"/>
                    </a:schemeClr>
                  </a:solidFill>
                  <a:latin typeface="Trebuchet MS" pitchFamily="34" charset="0"/>
                </a:rPr>
                <a:t>Zoom in and look at your images at 100% magnification. If they look good they will print well. </a:t>
              </a:r>
              <a:endParaRPr lang="en-US" sz="2800" b="0" dirty="0">
                <a:latin typeface="Trebuchet MS" pitchFamily="34" charset="0"/>
              </a:endParaRPr>
            </a:p>
          </p:txBody>
        </p:sp>
        <p:cxnSp>
          <p:nvCxnSpPr>
            <p:cNvPr id="55" name="Straight Connector 54"/>
            <p:cNvCxnSpPr/>
            <p:nvPr/>
          </p:nvCxnSpPr>
          <p:spPr>
            <a:xfrm>
              <a:off x="-11225189" y="8422500"/>
              <a:ext cx="10999746" cy="3341"/>
            </a:xfrm>
            <a:prstGeom prst="line">
              <a:avLst/>
            </a:prstGeom>
            <a:ln>
              <a:solidFill>
                <a:srgbClr val="FFC000"/>
              </a:solidFill>
            </a:ln>
          </p:spPr>
          <p:style>
            <a:lnRef idx="1">
              <a:schemeClr val="accent1"/>
            </a:lnRef>
            <a:fillRef idx="0">
              <a:schemeClr val="accent1"/>
            </a:fillRef>
            <a:effectRef idx="0">
              <a:schemeClr val="accent1"/>
            </a:effectRef>
            <a:fontRef idx="minor">
              <a:schemeClr val="tx1"/>
            </a:fontRef>
          </p:style>
        </p:cxnSp>
        <p:pic>
          <p:nvPicPr>
            <p:cNvPr id="56" name="Picture 55"/>
            <p:cNvPicPr>
              <a:picLocks noChangeAspect="1"/>
            </p:cNvPicPr>
            <p:nvPr userDrawn="1"/>
          </p:nvPicPr>
          <p:blipFill>
            <a:blip r:embed="rId10"/>
            <a:stretch>
              <a:fillRect/>
            </a:stretch>
          </p:blipFill>
          <p:spPr>
            <a:xfrm>
              <a:off x="-10740740" y="10261718"/>
              <a:ext cx="1597666" cy="1201935"/>
            </a:xfrm>
            <a:prstGeom prst="rect">
              <a:avLst/>
            </a:prstGeom>
          </p:spPr>
        </p:pic>
        <p:pic>
          <p:nvPicPr>
            <p:cNvPr id="57" name="Picture 56"/>
            <p:cNvPicPr>
              <a:picLocks noChangeAspect="1"/>
            </p:cNvPicPr>
            <p:nvPr userDrawn="1"/>
          </p:nvPicPr>
          <p:blipFill>
            <a:blip r:embed="rId11"/>
            <a:stretch>
              <a:fillRect/>
            </a:stretch>
          </p:blipFill>
          <p:spPr>
            <a:xfrm>
              <a:off x="-10732765" y="15696927"/>
              <a:ext cx="9986808" cy="1053596"/>
            </a:xfrm>
            <a:prstGeom prst="rect">
              <a:avLst/>
            </a:prstGeom>
          </p:spPr>
        </p:pic>
        <p:grpSp>
          <p:nvGrpSpPr>
            <p:cNvPr id="58" name="Group 57"/>
            <p:cNvGrpSpPr/>
            <p:nvPr userDrawn="1"/>
          </p:nvGrpSpPr>
          <p:grpSpPr>
            <a:xfrm>
              <a:off x="-9744993" y="23540957"/>
              <a:ext cx="7531182" cy="2120439"/>
              <a:chOff x="-4470427" y="11016658"/>
              <a:chExt cx="3470785" cy="974220"/>
            </a:xfrm>
          </p:grpSpPr>
          <p:grpSp>
            <p:nvGrpSpPr>
              <p:cNvPr id="64" name="Group 63"/>
              <p:cNvGrpSpPr/>
              <p:nvPr userDrawn="1"/>
            </p:nvGrpSpPr>
            <p:grpSpPr>
              <a:xfrm>
                <a:off x="-2783495" y="11060886"/>
                <a:ext cx="624431" cy="893535"/>
                <a:chOff x="-3958697" y="11117435"/>
                <a:chExt cx="779338" cy="1280430"/>
              </a:xfrm>
            </p:grpSpPr>
            <p:pic>
              <p:nvPicPr>
                <p:cNvPr id="70" name="Picture 69"/>
                <p:cNvPicPr>
                  <a:picLocks noChangeAspect="1"/>
                </p:cNvPicPr>
                <p:nvPr userDrawn="1"/>
              </p:nvPicPr>
              <p:blipFill>
                <a:blip r:embed="rId12"/>
                <a:stretch>
                  <a:fillRect/>
                </a:stretch>
              </p:blipFill>
              <p:spPr>
                <a:xfrm>
                  <a:off x="-3948160" y="11117435"/>
                  <a:ext cx="768801" cy="1090857"/>
                </a:xfrm>
                <a:prstGeom prst="rect">
                  <a:avLst/>
                </a:prstGeom>
              </p:spPr>
            </p:pic>
            <p:sp>
              <p:nvSpPr>
                <p:cNvPr id="71" name="TextBox 70"/>
                <p:cNvSpPr txBox="1"/>
                <p:nvPr userDrawn="1"/>
              </p:nvSpPr>
              <p:spPr>
                <a:xfrm>
                  <a:off x="-3958697" y="12114178"/>
                  <a:ext cx="779337" cy="283687"/>
                </a:xfrm>
                <a:prstGeom prst="rect">
                  <a:avLst/>
                </a:prstGeom>
                <a:solidFill>
                  <a:schemeClr val="accent1"/>
                </a:solidFill>
                <a:ln>
                  <a:noFill/>
                </a:ln>
              </p:spPr>
              <p:txBody>
                <a:bodyPr wrap="square" lIns="91440" tIns="91440" rIns="91440" bIns="91440" rtlCol="0">
                  <a:spAutoFit/>
                </a:bodyPr>
                <a:lstStyle/>
                <a:p>
                  <a:pPr algn="ctr"/>
                  <a:r>
                    <a:rPr lang="en-US" sz="1600" b="1" dirty="0">
                      <a:solidFill>
                        <a:schemeClr val="tx1"/>
                      </a:solidFill>
                    </a:rPr>
                    <a:t>ORIGINAL</a:t>
                  </a:r>
                </a:p>
              </p:txBody>
            </p:sp>
          </p:grpSp>
          <p:grpSp>
            <p:nvGrpSpPr>
              <p:cNvPr id="65" name="Group 64"/>
              <p:cNvGrpSpPr/>
              <p:nvPr userDrawn="1"/>
            </p:nvGrpSpPr>
            <p:grpSpPr>
              <a:xfrm>
                <a:off x="-2033159" y="11060889"/>
                <a:ext cx="1033517" cy="893529"/>
                <a:chOff x="-2921738" y="11200127"/>
                <a:chExt cx="1420279" cy="1227904"/>
              </a:xfrm>
            </p:grpSpPr>
            <p:pic>
              <p:nvPicPr>
                <p:cNvPr id="68" name="Picture 67"/>
                <p:cNvPicPr>
                  <a:picLocks noChangeAspect="1"/>
                </p:cNvPicPr>
                <p:nvPr userDrawn="1"/>
              </p:nvPicPr>
              <p:blipFill>
                <a:blip r:embed="rId12"/>
                <a:stretch>
                  <a:fillRect/>
                </a:stretch>
              </p:blipFill>
              <p:spPr>
                <a:xfrm>
                  <a:off x="-2921738" y="11200127"/>
                  <a:ext cx="1420279" cy="1029694"/>
                </a:xfrm>
                <a:prstGeom prst="rect">
                  <a:avLst/>
                </a:prstGeom>
              </p:spPr>
            </p:pic>
            <p:sp>
              <p:nvSpPr>
                <p:cNvPr id="69" name="TextBox 68"/>
                <p:cNvSpPr txBox="1"/>
                <p:nvPr userDrawn="1"/>
              </p:nvSpPr>
              <p:spPr>
                <a:xfrm>
                  <a:off x="-2918991" y="12175418"/>
                  <a:ext cx="1417532" cy="252613"/>
                </a:xfrm>
                <a:prstGeom prst="rect">
                  <a:avLst/>
                </a:prstGeom>
                <a:solidFill>
                  <a:srgbClr val="FF0000"/>
                </a:solidFill>
              </p:spPr>
              <p:txBody>
                <a:bodyPr wrap="square" lIns="457200" tIns="91440" rIns="457200" bIns="91440" rtlCol="0">
                  <a:spAutoFit/>
                </a:bodyPr>
                <a:lstStyle/>
                <a:p>
                  <a:pPr algn="ctr"/>
                  <a:r>
                    <a:rPr lang="en-US" sz="1400" b="1" dirty="0">
                      <a:solidFill>
                        <a:schemeClr val="bg1"/>
                      </a:solidFill>
                    </a:rPr>
                    <a:t>DISTORTED</a:t>
                  </a:r>
                  <a:endParaRPr lang="en-US" sz="700" b="1" dirty="0">
                    <a:solidFill>
                      <a:schemeClr val="bg1"/>
                    </a:solidFill>
                  </a:endParaRPr>
                </a:p>
              </p:txBody>
            </p:sp>
          </p:grpSp>
          <p:pic>
            <p:nvPicPr>
              <p:cNvPr id="66" name="Picture 65"/>
              <p:cNvPicPr>
                <a:picLocks noChangeAspect="1"/>
              </p:cNvPicPr>
              <p:nvPr userDrawn="1"/>
            </p:nvPicPr>
            <p:blipFill>
              <a:blip r:embed="rId13"/>
              <a:stretch>
                <a:fillRect/>
              </a:stretch>
            </p:blipFill>
            <p:spPr>
              <a:xfrm>
                <a:off x="-4470427" y="11016658"/>
                <a:ext cx="1098742" cy="847761"/>
              </a:xfrm>
              <a:prstGeom prst="rect">
                <a:avLst/>
              </a:prstGeom>
            </p:spPr>
          </p:pic>
          <p:sp>
            <p:nvSpPr>
              <p:cNvPr id="67" name="TextBox 66"/>
              <p:cNvSpPr txBox="1"/>
              <p:nvPr userDrawn="1"/>
            </p:nvSpPr>
            <p:spPr>
              <a:xfrm>
                <a:off x="-4440600" y="11665645"/>
                <a:ext cx="1035685" cy="325233"/>
              </a:xfrm>
              <a:prstGeom prst="rect">
                <a:avLst/>
              </a:prstGeom>
              <a:noFill/>
            </p:spPr>
            <p:txBody>
              <a:bodyPr wrap="square" lIns="457200" tIns="457200" rIns="457200" bIns="0" rtlCol="0">
                <a:spAutoFit/>
              </a:bodyPr>
              <a:lstStyle/>
              <a:p>
                <a:pPr algn="ctr"/>
                <a:r>
                  <a:rPr lang="en-US" sz="1600" dirty="0">
                    <a:solidFill>
                      <a:schemeClr val="bg1"/>
                    </a:solidFill>
                  </a:rPr>
                  <a:t>Corner</a:t>
                </a:r>
                <a:r>
                  <a:rPr lang="en-US" sz="1600" baseline="0" dirty="0">
                    <a:solidFill>
                      <a:schemeClr val="bg1"/>
                    </a:solidFill>
                  </a:rPr>
                  <a:t> handles</a:t>
                </a:r>
                <a:endParaRPr lang="en-US" sz="1600" dirty="0">
                  <a:solidFill>
                    <a:schemeClr val="bg1"/>
                  </a:solidFill>
                </a:endParaRPr>
              </a:p>
            </p:txBody>
          </p:sp>
        </p:grpSp>
        <p:grpSp>
          <p:nvGrpSpPr>
            <p:cNvPr id="59" name="Group 58"/>
            <p:cNvGrpSpPr/>
            <p:nvPr userDrawn="1"/>
          </p:nvGrpSpPr>
          <p:grpSpPr>
            <a:xfrm>
              <a:off x="-10398793" y="27751410"/>
              <a:ext cx="9323012" cy="2453251"/>
              <a:chOff x="-4754996" y="12734136"/>
              <a:chExt cx="4296559" cy="1127128"/>
            </a:xfrm>
          </p:grpSpPr>
          <p:graphicFrame>
            <p:nvGraphicFramePr>
              <p:cNvPr id="60" name="Object 59"/>
              <p:cNvGraphicFramePr>
                <a:graphicFrameLocks noChangeAspect="1"/>
              </p:cNvGraphicFramePr>
              <p:nvPr userDrawn="1">
                <p:extLst>
                  <p:ext uri="{D42A27DB-BD31-4B8C-83A1-F6EECF244321}">
                    <p14:modId xmlns:p14="http://schemas.microsoft.com/office/powerpoint/2010/main" val="1199812768"/>
                  </p:ext>
                </p:extLst>
              </p:nvPr>
            </p:nvGraphicFramePr>
            <p:xfrm>
              <a:off x="-4533347" y="12734142"/>
              <a:ext cx="1828800" cy="1117600"/>
            </p:xfrm>
            <a:graphic>
              <a:graphicData uri="http://schemas.openxmlformats.org/presentationml/2006/ole">
                <mc:AlternateContent xmlns:mc="http://schemas.openxmlformats.org/markup-compatibility/2006">
                  <mc:Choice xmlns:v="urn:schemas-microsoft-com:vml" Requires="v">
                    <p:oleObj name="Image" r:id="rId14" imgW="1828440" imgH="1117440" progId="Photoshop.Image.13">
                      <p:embed/>
                    </p:oleObj>
                  </mc:Choice>
                  <mc:Fallback>
                    <p:oleObj name="Image" r:id="rId14" imgW="1828440" imgH="1117440" progId="Photoshop.Image.13">
                      <p:embed/>
                      <p:pic>
                        <p:nvPicPr>
                          <p:cNvPr id="60" name="Object 59"/>
                          <p:cNvPicPr/>
                          <p:nvPr/>
                        </p:nvPicPr>
                        <p:blipFill>
                          <a:blip r:embed="rId15"/>
                          <a:stretch>
                            <a:fillRect/>
                          </a:stretch>
                        </p:blipFill>
                        <p:spPr>
                          <a:xfrm>
                            <a:off x="-4533347" y="12734142"/>
                            <a:ext cx="1828800" cy="1117600"/>
                          </a:xfrm>
                          <a:prstGeom prst="rect">
                            <a:avLst/>
                          </a:prstGeom>
                        </p:spPr>
                      </p:pic>
                    </p:oleObj>
                  </mc:Fallback>
                </mc:AlternateContent>
              </a:graphicData>
            </a:graphic>
          </p:graphicFrame>
          <p:graphicFrame>
            <p:nvGraphicFramePr>
              <p:cNvPr id="61" name="Object 60"/>
              <p:cNvGraphicFramePr>
                <a:graphicFrameLocks noChangeAspect="1"/>
              </p:cNvGraphicFramePr>
              <p:nvPr userDrawn="1">
                <p:extLst>
                  <p:ext uri="{D42A27DB-BD31-4B8C-83A1-F6EECF244321}">
                    <p14:modId xmlns:p14="http://schemas.microsoft.com/office/powerpoint/2010/main" val="4096349677"/>
                  </p:ext>
                </p:extLst>
              </p:nvPr>
            </p:nvGraphicFramePr>
            <p:xfrm>
              <a:off x="-2456641" y="12737835"/>
              <a:ext cx="1828800" cy="1117600"/>
            </p:xfrm>
            <a:graphic>
              <a:graphicData uri="http://schemas.openxmlformats.org/presentationml/2006/ole">
                <mc:AlternateContent xmlns:mc="http://schemas.openxmlformats.org/markup-compatibility/2006">
                  <mc:Choice xmlns:v="urn:schemas-microsoft-com:vml" Requires="v">
                    <p:oleObj name="Image" r:id="rId16" imgW="1828440" imgH="1117440" progId="Photoshop.Image.13">
                      <p:embed/>
                    </p:oleObj>
                  </mc:Choice>
                  <mc:Fallback>
                    <p:oleObj name="Image" r:id="rId16" imgW="1828440" imgH="1117440" progId="Photoshop.Image.13">
                      <p:embed/>
                      <p:pic>
                        <p:nvPicPr>
                          <p:cNvPr id="61" name="Object 60"/>
                          <p:cNvPicPr/>
                          <p:nvPr/>
                        </p:nvPicPr>
                        <p:blipFill>
                          <a:blip r:embed="rId17"/>
                          <a:stretch>
                            <a:fillRect/>
                          </a:stretch>
                        </p:blipFill>
                        <p:spPr>
                          <a:xfrm>
                            <a:off x="-2456641" y="12737835"/>
                            <a:ext cx="1828800" cy="1117600"/>
                          </a:xfrm>
                          <a:prstGeom prst="rect">
                            <a:avLst/>
                          </a:prstGeom>
                        </p:spPr>
                      </p:pic>
                    </p:oleObj>
                  </mc:Fallback>
                </mc:AlternateContent>
              </a:graphicData>
            </a:graphic>
          </p:graphicFrame>
          <p:sp>
            <p:nvSpPr>
              <p:cNvPr id="62" name="TextBox 61"/>
              <p:cNvSpPr txBox="1"/>
              <p:nvPr userDrawn="1"/>
            </p:nvSpPr>
            <p:spPr>
              <a:xfrm rot="16200000">
                <a:off x="-5235785" y="13214925"/>
                <a:ext cx="1117601" cy="156024"/>
              </a:xfrm>
              <a:prstGeom prst="rect">
                <a:avLst/>
              </a:prstGeom>
              <a:noFill/>
            </p:spPr>
            <p:txBody>
              <a:bodyPr wrap="square" lIns="91440" tIns="91440" rIns="91440" bIns="0" rtlCol="0">
                <a:spAutoFit/>
              </a:bodyPr>
              <a:lstStyle/>
              <a:p>
                <a:pPr algn="ctr"/>
                <a:r>
                  <a:rPr lang="en-US" sz="1600" dirty="0">
                    <a:solidFill>
                      <a:srgbClr val="92D050"/>
                    </a:solidFill>
                  </a:rPr>
                  <a:t>Good</a:t>
                </a:r>
                <a:r>
                  <a:rPr lang="en-US" sz="1600" baseline="0" dirty="0">
                    <a:solidFill>
                      <a:srgbClr val="92D050"/>
                    </a:solidFill>
                  </a:rPr>
                  <a:t> </a:t>
                </a:r>
                <a:r>
                  <a:rPr lang="en-US" sz="1600" baseline="0" dirty="0">
                    <a:solidFill>
                      <a:schemeClr val="bg1"/>
                    </a:solidFill>
                  </a:rPr>
                  <a:t>printing quality</a:t>
                </a:r>
                <a:endParaRPr lang="en-US" sz="1600" dirty="0">
                  <a:solidFill>
                    <a:schemeClr val="bg1"/>
                  </a:solidFill>
                </a:endParaRPr>
              </a:p>
            </p:txBody>
          </p:sp>
          <p:sp>
            <p:nvSpPr>
              <p:cNvPr id="63" name="TextBox 62"/>
              <p:cNvSpPr txBox="1"/>
              <p:nvPr userDrawn="1"/>
            </p:nvSpPr>
            <p:spPr>
              <a:xfrm rot="16200000">
                <a:off x="-1095250" y="13224452"/>
                <a:ext cx="1117601" cy="156024"/>
              </a:xfrm>
              <a:prstGeom prst="rect">
                <a:avLst/>
              </a:prstGeom>
              <a:noFill/>
            </p:spPr>
            <p:txBody>
              <a:bodyPr wrap="square" lIns="91440" tIns="91440" rIns="91440" bIns="0" rtlCol="0">
                <a:spAutoFit/>
              </a:bodyPr>
              <a:lstStyle/>
              <a:p>
                <a:pPr algn="ctr"/>
                <a:r>
                  <a:rPr lang="en-US" sz="1600" dirty="0">
                    <a:solidFill>
                      <a:srgbClr val="FF0000"/>
                    </a:solidFill>
                  </a:rPr>
                  <a:t>Bad </a:t>
                </a:r>
                <a:r>
                  <a:rPr lang="en-US" sz="1600" dirty="0">
                    <a:solidFill>
                      <a:schemeClr val="bg1"/>
                    </a:solidFill>
                  </a:rPr>
                  <a:t>printing quality</a:t>
                </a:r>
              </a:p>
            </p:txBody>
          </p:sp>
        </p:grpSp>
      </p:grpSp>
      <p:sp>
        <p:nvSpPr>
          <p:cNvPr id="38" name="Text Box 14"/>
          <p:cNvSpPr txBox="1">
            <a:spLocks noChangeArrowheads="1"/>
          </p:cNvSpPr>
          <p:nvPr userDrawn="1"/>
        </p:nvSpPr>
        <p:spPr bwMode="auto">
          <a:xfrm>
            <a:off x="1567305" y="32315729"/>
            <a:ext cx="2514600" cy="336819"/>
          </a:xfrm>
          <a:prstGeom prst="rect">
            <a:avLst/>
          </a:prstGeom>
          <a:noFill/>
          <a:ln w="9525">
            <a:noFill/>
            <a:miter lim="800000"/>
            <a:headEnd/>
            <a:tailEnd/>
          </a:ln>
          <a:effectLst/>
        </p:spPr>
        <p:txBody>
          <a:bodyPr lIns="91263" tIns="45623" rIns="91263" bIns="45623">
            <a:spAutoFit/>
          </a:bodyPr>
          <a:lstStyle/>
          <a:p>
            <a:pPr eaLnBrk="0" hangingPunct="0">
              <a:lnSpc>
                <a:spcPct val="65000"/>
              </a:lnSpc>
              <a:spcBef>
                <a:spcPct val="50000"/>
              </a:spcBef>
              <a:defRPr/>
            </a:pPr>
            <a:r>
              <a:rPr lang="en-US" sz="500" b="1" dirty="0">
                <a:solidFill>
                  <a:schemeClr val="bg1">
                    <a:lumMod val="75000"/>
                  </a:schemeClr>
                </a:solidFill>
                <a:latin typeface="Arial" charset="0"/>
              </a:rPr>
              <a:t>RESEARCH POSTER PRESENTATION DESIGN © 2015</a:t>
            </a:r>
          </a:p>
          <a:p>
            <a:pPr eaLnBrk="0" hangingPunct="0">
              <a:lnSpc>
                <a:spcPct val="65000"/>
              </a:lnSpc>
              <a:spcBef>
                <a:spcPct val="50000"/>
              </a:spcBef>
              <a:defRPr/>
            </a:pPr>
            <a:r>
              <a:rPr lang="en-US" sz="1100" b="1" dirty="0">
                <a:solidFill>
                  <a:schemeClr val="bg1">
                    <a:lumMod val="75000"/>
                  </a:schemeClr>
                </a:solidFill>
                <a:latin typeface="Arial" charset="0"/>
              </a:rPr>
              <a:t>www.PosterPresentations.com</a:t>
            </a:r>
          </a:p>
        </p:txBody>
      </p:sp>
    </p:spTree>
  </p:cSld>
  <p:clrMap bg1="lt1" tx1="dk1" bg2="lt2" tx2="dk2" accent1="accent1" accent2="accent2" accent3="accent3" accent4="accent4" accent5="accent5" accent6="accent6" hlink="hlink" folHlink="folHlink"/>
  <p:sldLayoutIdLst>
    <p:sldLayoutId id="2147483654" r:id="rId1"/>
  </p:sldLayoutIdLst>
  <p:txStyles>
    <p:titleStyle>
      <a:lvl1pPr algn="ctr" defTabSz="4388900" rtl="0" eaLnBrk="1" latinLnBrk="0" hangingPunct="1">
        <a:spcBef>
          <a:spcPct val="0"/>
        </a:spcBef>
        <a:buNone/>
        <a:defRPr sz="8800" kern="1200">
          <a:solidFill>
            <a:schemeClr val="bg1"/>
          </a:solidFill>
          <a:latin typeface="Trebuchet MS" pitchFamily="34" charset="0"/>
          <a:ea typeface="+mj-ea"/>
          <a:cs typeface="+mj-cs"/>
        </a:defRPr>
      </a:lvl1pPr>
    </p:titleStyle>
    <p:bodyStyle>
      <a:lvl1pPr marL="1645838" indent="-1645838" algn="l" defTabSz="4388900" rtl="0" eaLnBrk="1" latinLnBrk="0" hangingPunct="1">
        <a:spcBef>
          <a:spcPct val="20000"/>
        </a:spcBef>
        <a:buFont typeface="Arial" pitchFamily="34" charset="0"/>
        <a:buChar char="•"/>
        <a:defRPr sz="15400" kern="1200">
          <a:solidFill>
            <a:schemeClr val="tx1"/>
          </a:solidFill>
          <a:latin typeface="+mn-lt"/>
          <a:ea typeface="+mn-ea"/>
          <a:cs typeface="+mn-cs"/>
        </a:defRPr>
      </a:lvl1pPr>
      <a:lvl2pPr marL="3565982" indent="-1371531" algn="l" defTabSz="4388900" rtl="0" eaLnBrk="1" latinLnBrk="0" hangingPunct="1">
        <a:spcBef>
          <a:spcPct val="20000"/>
        </a:spcBef>
        <a:buFont typeface="Arial" pitchFamily="34" charset="0"/>
        <a:buChar char="–"/>
        <a:defRPr sz="13500" kern="1200">
          <a:solidFill>
            <a:schemeClr val="tx1"/>
          </a:solidFill>
          <a:latin typeface="+mn-lt"/>
          <a:ea typeface="+mn-ea"/>
          <a:cs typeface="+mn-cs"/>
        </a:defRPr>
      </a:lvl2pPr>
      <a:lvl3pPr marL="5486126" indent="-1097226" algn="l" defTabSz="4388900" rtl="0" eaLnBrk="1" latinLnBrk="0" hangingPunct="1">
        <a:spcBef>
          <a:spcPct val="20000"/>
        </a:spcBef>
        <a:buFont typeface="Arial" pitchFamily="34" charset="0"/>
        <a:buChar char="•"/>
        <a:defRPr sz="11600" kern="1200">
          <a:solidFill>
            <a:schemeClr val="tx1"/>
          </a:solidFill>
          <a:latin typeface="+mn-lt"/>
          <a:ea typeface="+mn-ea"/>
          <a:cs typeface="+mn-cs"/>
        </a:defRPr>
      </a:lvl3pPr>
      <a:lvl4pPr marL="76805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4pPr>
      <a:lvl5pPr marL="98750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p:bodyStyle>
    <p:otherStyle>
      <a:defPPr>
        <a:defRPr lang="en-US"/>
      </a:defPPr>
      <a:lvl1pPr marL="0" algn="l" defTabSz="4388900" rtl="0" eaLnBrk="1" latinLnBrk="0" hangingPunct="1">
        <a:defRPr sz="8600" kern="1200">
          <a:solidFill>
            <a:schemeClr val="tx1"/>
          </a:solidFill>
          <a:latin typeface="+mn-lt"/>
          <a:ea typeface="+mn-ea"/>
          <a:cs typeface="+mn-cs"/>
        </a:defRPr>
      </a:lvl1pPr>
      <a:lvl2pPr marL="2194451" algn="l" defTabSz="4388900" rtl="0" eaLnBrk="1" latinLnBrk="0" hangingPunct="1">
        <a:defRPr sz="8600" kern="1200">
          <a:solidFill>
            <a:schemeClr val="tx1"/>
          </a:solidFill>
          <a:latin typeface="+mn-lt"/>
          <a:ea typeface="+mn-ea"/>
          <a:cs typeface="+mn-cs"/>
        </a:defRPr>
      </a:lvl2pPr>
      <a:lvl3pPr marL="4388900" algn="l" defTabSz="4388900" rtl="0" eaLnBrk="1" latinLnBrk="0" hangingPunct="1">
        <a:defRPr sz="8600" kern="1200">
          <a:solidFill>
            <a:schemeClr val="tx1"/>
          </a:solidFill>
          <a:latin typeface="+mn-lt"/>
          <a:ea typeface="+mn-ea"/>
          <a:cs typeface="+mn-cs"/>
        </a:defRPr>
      </a:lvl3pPr>
      <a:lvl4pPr marL="6583351" algn="l" defTabSz="4388900" rtl="0" eaLnBrk="1" latinLnBrk="0" hangingPunct="1">
        <a:defRPr sz="8600" kern="1200">
          <a:solidFill>
            <a:schemeClr val="tx1"/>
          </a:solidFill>
          <a:latin typeface="+mn-lt"/>
          <a:ea typeface="+mn-ea"/>
          <a:cs typeface="+mn-cs"/>
        </a:defRPr>
      </a:lvl4pPr>
      <a:lvl5pPr marL="8777801" algn="l" defTabSz="4388900" rtl="0" eaLnBrk="1" latinLnBrk="0" hangingPunct="1">
        <a:defRPr sz="8600" kern="1200">
          <a:solidFill>
            <a:schemeClr val="tx1"/>
          </a:solidFill>
          <a:latin typeface="+mn-lt"/>
          <a:ea typeface="+mn-ea"/>
          <a:cs typeface="+mn-cs"/>
        </a:defRPr>
      </a:lvl5pPr>
      <a:lvl6pPr marL="10972252" algn="l" defTabSz="4388900" rtl="0" eaLnBrk="1" latinLnBrk="0" hangingPunct="1">
        <a:defRPr sz="8600" kern="1200">
          <a:solidFill>
            <a:schemeClr val="tx1"/>
          </a:solidFill>
          <a:latin typeface="+mn-lt"/>
          <a:ea typeface="+mn-ea"/>
          <a:cs typeface="+mn-cs"/>
        </a:defRPr>
      </a:lvl6pPr>
      <a:lvl7pPr marL="13166703" algn="l" defTabSz="4388900" rtl="0" eaLnBrk="1" latinLnBrk="0" hangingPunct="1">
        <a:defRPr sz="8600" kern="1200">
          <a:solidFill>
            <a:schemeClr val="tx1"/>
          </a:solidFill>
          <a:latin typeface="+mn-lt"/>
          <a:ea typeface="+mn-ea"/>
          <a:cs typeface="+mn-cs"/>
        </a:defRPr>
      </a:lvl7pPr>
      <a:lvl8pPr marL="15361152" algn="l" defTabSz="4388900" rtl="0" eaLnBrk="1" latinLnBrk="0" hangingPunct="1">
        <a:defRPr sz="8600" kern="1200">
          <a:solidFill>
            <a:schemeClr val="tx1"/>
          </a:solidFill>
          <a:latin typeface="+mn-lt"/>
          <a:ea typeface="+mn-ea"/>
          <a:cs typeface="+mn-cs"/>
        </a:defRPr>
      </a:lvl8pPr>
      <a:lvl9pPr marL="17555603" algn="l" defTabSz="4388900" rtl="0" eaLnBrk="1" latinLnBrk="0" hangingPunct="1">
        <a:defRPr sz="86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1.png"/><Relationship Id="rId7" Type="http://schemas.openxmlformats.org/officeDocument/2006/relationships/image" Target="../media/image15.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14.jpg"/><Relationship Id="rId5" Type="http://schemas.openxmlformats.org/officeDocument/2006/relationships/image" Target="../media/image13.png"/><Relationship Id="rId4"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a:xfrm>
            <a:off x="374895" y="6264690"/>
            <a:ext cx="10056813" cy="6001621"/>
          </a:xfrm>
        </p:spPr>
        <p:txBody>
          <a:bodyPr/>
          <a:lstStyle/>
          <a:p>
            <a:pPr algn="just"/>
            <a:r>
              <a:rPr lang="en-IE" dirty="0">
                <a:solidFill>
                  <a:schemeClr val="tx1"/>
                </a:solidFill>
              </a:rPr>
              <a:t>This project focused on developing a lightweight Network Intrusion Detection System (IDS) using machine learning techniques to classify benign and malicious network traffic. It followed the CRISP-DM framework and used the CIC-IDS2017 dataset as the main source of network flow data. Multiple preprocessing techniques were applied to prepare this dataset for three different machine learning models: Random Forest, Decision Tree and Logistic Regression. Then, the models were evaluated using accuracy, precision, recall, macro F1-score, and confusion matrix analysis.</a:t>
            </a:r>
          </a:p>
          <a:p>
            <a:pPr algn="just"/>
            <a:r>
              <a:rPr lang="en-IE" dirty="0">
                <a:solidFill>
                  <a:schemeClr val="tx1"/>
                </a:solidFill>
              </a:rPr>
              <a:t>The Decision Tree Full Dataset Balanced Tuned 2 model was selected as the final lightweight IDS solution because it achieved the best balance between strong classification performance, attack coverage, interpretability and runtime efficiency.</a:t>
            </a:r>
          </a:p>
          <a:p>
            <a:endParaRPr lang="en-US" dirty="0"/>
          </a:p>
        </p:txBody>
      </p:sp>
      <p:sp>
        <p:nvSpPr>
          <p:cNvPr id="3" name="Text Placeholder 2"/>
          <p:cNvSpPr>
            <a:spLocks noGrp="1"/>
          </p:cNvSpPr>
          <p:nvPr>
            <p:ph type="body" sz="quarter" idx="11"/>
          </p:nvPr>
        </p:nvSpPr>
        <p:spPr/>
        <p:txBody>
          <a:bodyPr/>
          <a:lstStyle/>
          <a:p>
            <a:r>
              <a:rPr lang="en-US" dirty="0">
                <a:solidFill>
                  <a:schemeClr val="tx2"/>
                </a:solidFill>
                <a:latin typeface="Arial" panose="020B0604020202020204" pitchFamily="34" charset="0"/>
                <a:cs typeface="Arial" panose="020B0604020202020204" pitchFamily="34" charset="0"/>
              </a:rPr>
              <a:t>ABSTRACT</a:t>
            </a:r>
          </a:p>
        </p:txBody>
      </p:sp>
      <p:sp>
        <p:nvSpPr>
          <p:cNvPr id="4" name="Text Placeholder 3"/>
          <p:cNvSpPr>
            <a:spLocks noGrp="1"/>
          </p:cNvSpPr>
          <p:nvPr>
            <p:ph type="body" sz="quarter" idx="20"/>
          </p:nvPr>
        </p:nvSpPr>
        <p:spPr>
          <a:xfrm>
            <a:off x="496930" y="16070149"/>
            <a:ext cx="10050462" cy="754045"/>
          </a:xfrm>
        </p:spPr>
        <p:txBody>
          <a:bodyPr/>
          <a:lstStyle/>
          <a:p>
            <a:r>
              <a:rPr lang="en-US" dirty="0">
                <a:solidFill>
                  <a:schemeClr val="tx2"/>
                </a:solidFill>
                <a:latin typeface="Arial" panose="020B0604020202020204" pitchFamily="34" charset="0"/>
                <a:cs typeface="Arial" panose="020B0604020202020204" pitchFamily="34" charset="0"/>
              </a:rPr>
              <a:t>CONCEPTUAL FRAMEWORK</a:t>
            </a:r>
          </a:p>
        </p:txBody>
      </p:sp>
      <p:sp>
        <p:nvSpPr>
          <p:cNvPr id="6" name="Text Placeholder 5"/>
          <p:cNvSpPr>
            <a:spLocks noGrp="1"/>
          </p:cNvSpPr>
          <p:nvPr>
            <p:ph type="body" sz="quarter" idx="22"/>
          </p:nvPr>
        </p:nvSpPr>
        <p:spPr>
          <a:xfrm>
            <a:off x="498517" y="27536679"/>
            <a:ext cx="10048875" cy="754045"/>
          </a:xfrm>
        </p:spPr>
        <p:txBody>
          <a:bodyPr/>
          <a:lstStyle/>
          <a:p>
            <a:r>
              <a:rPr lang="en-US" dirty="0">
                <a:solidFill>
                  <a:schemeClr val="tx2"/>
                </a:solidFill>
                <a:latin typeface="Arial" panose="020B0604020202020204" pitchFamily="34" charset="0"/>
                <a:cs typeface="Arial" panose="020B0604020202020204" pitchFamily="34" charset="0"/>
              </a:rPr>
              <a:t> BUSINESS UNDERSTANDING</a:t>
            </a:r>
          </a:p>
        </p:txBody>
      </p:sp>
      <p:sp>
        <p:nvSpPr>
          <p:cNvPr id="9" name="Text Placeholder 8"/>
          <p:cNvSpPr>
            <a:spLocks noGrp="1"/>
          </p:cNvSpPr>
          <p:nvPr>
            <p:ph type="body" sz="quarter" idx="25"/>
          </p:nvPr>
        </p:nvSpPr>
        <p:spPr>
          <a:xfrm>
            <a:off x="33346443" y="21931197"/>
            <a:ext cx="10047018" cy="677100"/>
          </a:xfrm>
        </p:spPr>
        <p:txBody>
          <a:bodyPr/>
          <a:lstStyle/>
          <a:p>
            <a:r>
              <a:rPr lang="en-US" sz="3200" dirty="0">
                <a:solidFill>
                  <a:schemeClr val="tx2"/>
                </a:solidFill>
                <a:latin typeface="Arial" panose="020B0604020202020204" pitchFamily="34" charset="0"/>
                <a:cs typeface="Arial" panose="020B0604020202020204" pitchFamily="34" charset="0"/>
              </a:rPr>
              <a:t>CONCLUSIONS</a:t>
            </a:r>
          </a:p>
        </p:txBody>
      </p:sp>
      <p:sp>
        <p:nvSpPr>
          <p:cNvPr id="11" name="Text Placeholder 10"/>
          <p:cNvSpPr>
            <a:spLocks noGrp="1"/>
          </p:cNvSpPr>
          <p:nvPr>
            <p:ph type="body" sz="quarter" idx="27"/>
          </p:nvPr>
        </p:nvSpPr>
        <p:spPr>
          <a:xfrm>
            <a:off x="33392567" y="28504101"/>
            <a:ext cx="10047018" cy="754045"/>
          </a:xfrm>
        </p:spPr>
        <p:txBody>
          <a:bodyPr/>
          <a:lstStyle/>
          <a:p>
            <a:r>
              <a:rPr lang="en-US" dirty="0">
                <a:solidFill>
                  <a:schemeClr val="tx2"/>
                </a:solidFill>
                <a:latin typeface="Arial" panose="020B0604020202020204" pitchFamily="34" charset="0"/>
                <a:cs typeface="Arial" panose="020B0604020202020204" pitchFamily="34" charset="0"/>
              </a:rPr>
              <a:t>REFERENCES</a:t>
            </a:r>
          </a:p>
        </p:txBody>
      </p:sp>
      <p:sp>
        <p:nvSpPr>
          <p:cNvPr id="16" name="Text Placeholder 15"/>
          <p:cNvSpPr>
            <a:spLocks noGrp="1"/>
          </p:cNvSpPr>
          <p:nvPr>
            <p:ph type="body" sz="quarter" idx="150"/>
          </p:nvPr>
        </p:nvSpPr>
        <p:spPr/>
        <p:txBody>
          <a:bodyPr>
            <a:normAutofit/>
          </a:bodyPr>
          <a:lstStyle/>
          <a:p>
            <a:r>
              <a:rPr lang="en-US" sz="4800" b="1" dirty="0">
                <a:latin typeface="Arial" panose="020B0604020202020204" pitchFamily="34" charset="0"/>
                <a:cs typeface="Arial" panose="020B0604020202020204" pitchFamily="34" charset="0"/>
              </a:rPr>
              <a:t>Sander Soares &amp; Thiago Gon</a:t>
            </a:r>
            <a:r>
              <a:rPr lang="en-IE" b="1" dirty="0"/>
              <a:t>çalves</a:t>
            </a:r>
            <a:r>
              <a:rPr lang="en-US" sz="4800" b="1" dirty="0">
                <a:latin typeface="Arial" panose="020B0604020202020204" pitchFamily="34" charset="0"/>
                <a:cs typeface="Arial" panose="020B0604020202020204" pitchFamily="34" charset="0"/>
              </a:rPr>
              <a:t>, CCT College Dublin, May 2026</a:t>
            </a:r>
          </a:p>
        </p:txBody>
      </p:sp>
      <p:sp>
        <p:nvSpPr>
          <p:cNvPr id="18" name="Text Placeholder 17"/>
          <p:cNvSpPr>
            <a:spLocks noGrp="1"/>
          </p:cNvSpPr>
          <p:nvPr>
            <p:ph type="body" sz="quarter" idx="153"/>
          </p:nvPr>
        </p:nvSpPr>
        <p:spPr>
          <a:xfrm>
            <a:off x="58530" y="876749"/>
            <a:ext cx="42901013" cy="2277387"/>
          </a:xfrm>
        </p:spPr>
        <p:txBody>
          <a:bodyPr>
            <a:normAutofit fontScale="70000" lnSpcReduction="20000"/>
          </a:bodyPr>
          <a:lstStyle/>
          <a:p>
            <a:r>
              <a:rPr lang="en-US" b="1" cap="small" dirty="0">
                <a:latin typeface="Arial" panose="020B0604020202020204" pitchFamily="34" charset="0"/>
                <a:cs typeface="Arial" panose="020B0604020202020204" pitchFamily="34" charset="0"/>
              </a:rPr>
              <a:t>LIGHTWEIGHT NETWORK INTRUSION DETECTION SYSTEM (IDS) USING MACHINE LEARNING FOR CYBERATTACK CLASSIFICATION</a:t>
            </a:r>
            <a:endParaRPr lang="en-US" dirty="0">
              <a:latin typeface="+mn-lt"/>
            </a:endParaRPr>
          </a:p>
        </p:txBody>
      </p:sp>
      <p:sp>
        <p:nvSpPr>
          <p:cNvPr id="32" name="Content Placeholder 2"/>
          <p:cNvSpPr txBox="1">
            <a:spLocks/>
          </p:cNvSpPr>
          <p:nvPr/>
        </p:nvSpPr>
        <p:spPr>
          <a:xfrm>
            <a:off x="670763" y="16995258"/>
            <a:ext cx="9726504" cy="4178457"/>
          </a:xfrm>
          <a:prstGeom prst="rect">
            <a:avLst/>
          </a:prstGeom>
        </p:spPr>
        <p:txBody>
          <a:bodyPr>
            <a:noAutofit/>
          </a:bodyPr>
          <a:lstStyle>
            <a:lvl1pPr marL="1645838" indent="-1645838" algn="l" defTabSz="4388900" rtl="0" eaLnBrk="1" latinLnBrk="0" hangingPunct="1">
              <a:spcBef>
                <a:spcPct val="20000"/>
              </a:spcBef>
              <a:buFont typeface="Arial" pitchFamily="34" charset="0"/>
              <a:buChar char="•"/>
              <a:defRPr sz="15400" kern="1200">
                <a:solidFill>
                  <a:schemeClr val="tx1"/>
                </a:solidFill>
                <a:latin typeface="+mn-lt"/>
                <a:ea typeface="+mn-ea"/>
                <a:cs typeface="+mn-cs"/>
              </a:defRPr>
            </a:lvl1pPr>
            <a:lvl2pPr marL="3565982" indent="-1371531" algn="l" defTabSz="4388900" rtl="0" eaLnBrk="1" latinLnBrk="0" hangingPunct="1">
              <a:spcBef>
                <a:spcPct val="20000"/>
              </a:spcBef>
              <a:buFont typeface="Arial" pitchFamily="34" charset="0"/>
              <a:buChar char="–"/>
              <a:defRPr sz="13500" kern="1200">
                <a:solidFill>
                  <a:schemeClr val="tx1"/>
                </a:solidFill>
                <a:latin typeface="+mn-lt"/>
                <a:ea typeface="+mn-ea"/>
                <a:cs typeface="+mn-cs"/>
              </a:defRPr>
            </a:lvl2pPr>
            <a:lvl3pPr marL="5486126" indent="-1097226" algn="l" defTabSz="4388900" rtl="0" eaLnBrk="1" latinLnBrk="0" hangingPunct="1">
              <a:spcBef>
                <a:spcPct val="20000"/>
              </a:spcBef>
              <a:buFont typeface="Arial" pitchFamily="34" charset="0"/>
              <a:buChar char="•"/>
              <a:defRPr sz="11600" kern="1200">
                <a:solidFill>
                  <a:schemeClr val="tx1"/>
                </a:solidFill>
                <a:latin typeface="+mn-lt"/>
                <a:ea typeface="+mn-ea"/>
                <a:cs typeface="+mn-cs"/>
              </a:defRPr>
            </a:lvl3pPr>
            <a:lvl4pPr marL="76805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4pPr>
            <a:lvl5pPr marL="98750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a:lstStyle>
          <a:p>
            <a:pPr marL="0" indent="0" algn="just">
              <a:buNone/>
            </a:pPr>
            <a:r>
              <a:rPr lang="en-US" sz="2500" dirty="0">
                <a:latin typeface="Times New Roman" panose="02020603050405020304" pitchFamily="18" charset="0"/>
                <a:cs typeface="Times New Roman" panose="02020603050405020304" pitchFamily="18" charset="0"/>
              </a:rPr>
              <a:t>This project used the Cross-Industry Standard Process for Data Mining (CRISP-DM) model as a method for creating an efficient and well-structured Lightweight Intrusion Detection System (LIDS). Using the CRISP-DM model allowed the project to follow a systematic approach throughout all six phases of the Data Mining process: Business Understanding, Data Understanding, Data Preparation, Modelling, Evaluation and Deployment. The CRISP-DM model also assisted in maintaining a logical sequence during dataset preprocessing, machine learning experimentation, model evaluation and deployment planning stages (Schröer, et al., 2020)</a:t>
            </a:r>
            <a:endParaRPr lang="en-IE" sz="2500" dirty="0">
              <a:latin typeface="Times New Roman" panose="02020603050405020304" pitchFamily="18" charset="0"/>
              <a:cs typeface="Times New Roman" panose="02020603050405020304" pitchFamily="18" charset="0"/>
            </a:endParaRPr>
          </a:p>
        </p:txBody>
      </p:sp>
      <p:sp>
        <p:nvSpPr>
          <p:cNvPr id="25" name="Rectangle 24"/>
          <p:cNvSpPr/>
          <p:nvPr/>
        </p:nvSpPr>
        <p:spPr>
          <a:xfrm>
            <a:off x="1543050" y="32318325"/>
            <a:ext cx="2828925" cy="438150"/>
          </a:xfrm>
          <a:prstGeom prst="rect">
            <a:avLst/>
          </a:prstGeom>
          <a:solidFill>
            <a:schemeClr val="accent5">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E"/>
          </a:p>
        </p:txBody>
      </p:sp>
      <p:sp>
        <p:nvSpPr>
          <p:cNvPr id="40" name="Text Placeholder 3"/>
          <p:cNvSpPr>
            <a:spLocks noGrp="1"/>
          </p:cNvSpPr>
          <p:nvPr>
            <p:ph type="body" sz="quarter" idx="20"/>
          </p:nvPr>
        </p:nvSpPr>
        <p:spPr>
          <a:xfrm>
            <a:off x="550697" y="11725870"/>
            <a:ext cx="10026754" cy="754045"/>
          </a:xfrm>
        </p:spPr>
        <p:txBody>
          <a:bodyPr/>
          <a:lstStyle/>
          <a:p>
            <a:r>
              <a:rPr lang="en-US" dirty="0">
                <a:solidFill>
                  <a:schemeClr val="tx2"/>
                </a:solidFill>
                <a:latin typeface="Arial" panose="020B0604020202020204" pitchFamily="34" charset="0"/>
                <a:cs typeface="Arial" panose="020B0604020202020204" pitchFamily="34" charset="0"/>
              </a:rPr>
              <a:t>RESEARCH QUESTIONS</a:t>
            </a:r>
          </a:p>
        </p:txBody>
      </p:sp>
      <p:sp>
        <p:nvSpPr>
          <p:cNvPr id="41" name="Content Placeholder 2"/>
          <p:cNvSpPr txBox="1">
            <a:spLocks/>
          </p:cNvSpPr>
          <p:nvPr/>
        </p:nvSpPr>
        <p:spPr>
          <a:xfrm>
            <a:off x="534829" y="12492917"/>
            <a:ext cx="9736942" cy="3792957"/>
          </a:xfrm>
          <a:prstGeom prst="rect">
            <a:avLst/>
          </a:prstGeom>
        </p:spPr>
        <p:txBody>
          <a:bodyPr>
            <a:noAutofit/>
          </a:bodyPr>
          <a:lstStyle>
            <a:lvl1pPr marL="1645838" indent="-1645838" algn="l" defTabSz="4388900" rtl="0" eaLnBrk="1" latinLnBrk="0" hangingPunct="1">
              <a:spcBef>
                <a:spcPct val="20000"/>
              </a:spcBef>
              <a:buFont typeface="Arial" pitchFamily="34" charset="0"/>
              <a:buChar char="•"/>
              <a:defRPr sz="15400" kern="1200">
                <a:solidFill>
                  <a:schemeClr val="tx1"/>
                </a:solidFill>
                <a:latin typeface="+mn-lt"/>
                <a:ea typeface="+mn-ea"/>
                <a:cs typeface="+mn-cs"/>
              </a:defRPr>
            </a:lvl1pPr>
            <a:lvl2pPr marL="3565982" indent="-1371531" algn="l" defTabSz="4388900" rtl="0" eaLnBrk="1" latinLnBrk="0" hangingPunct="1">
              <a:spcBef>
                <a:spcPct val="20000"/>
              </a:spcBef>
              <a:buFont typeface="Arial" pitchFamily="34" charset="0"/>
              <a:buChar char="–"/>
              <a:defRPr sz="13500" kern="1200">
                <a:solidFill>
                  <a:schemeClr val="tx1"/>
                </a:solidFill>
                <a:latin typeface="+mn-lt"/>
                <a:ea typeface="+mn-ea"/>
                <a:cs typeface="+mn-cs"/>
              </a:defRPr>
            </a:lvl2pPr>
            <a:lvl3pPr marL="5486126" indent="-1097226" algn="l" defTabSz="4388900" rtl="0" eaLnBrk="1" latinLnBrk="0" hangingPunct="1">
              <a:spcBef>
                <a:spcPct val="20000"/>
              </a:spcBef>
              <a:buFont typeface="Arial" pitchFamily="34" charset="0"/>
              <a:buChar char="•"/>
              <a:defRPr sz="11600" kern="1200">
                <a:solidFill>
                  <a:schemeClr val="tx1"/>
                </a:solidFill>
                <a:latin typeface="+mn-lt"/>
                <a:ea typeface="+mn-ea"/>
                <a:cs typeface="+mn-cs"/>
              </a:defRPr>
            </a:lvl3pPr>
            <a:lvl4pPr marL="76805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4pPr>
            <a:lvl5pPr marL="98750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a:lstStyle>
          <a:p>
            <a:pPr marL="0" indent="0" algn="just">
              <a:buNone/>
            </a:pPr>
            <a:r>
              <a:rPr lang="en-US" sz="2500" dirty="0">
                <a:latin typeface="Times New Roman" panose="02020603050405020304" pitchFamily="18" charset="0"/>
                <a:cs typeface="Times New Roman" pitchFamily="18" charset="0"/>
              </a:rPr>
              <a:t>The following four questions represent the main focus of this research study:</a:t>
            </a:r>
            <a:endParaRPr lang="en-IE" sz="2500" dirty="0">
              <a:latin typeface="Times New Roman" panose="02020603050405020304" pitchFamily="18" charset="0"/>
              <a:cs typeface="Times New Roman" pitchFamily="18" charset="0"/>
            </a:endParaRPr>
          </a:p>
          <a:p>
            <a:pPr marL="0" indent="0" algn="just" defTabSz="895350">
              <a:buFont typeface="Arial" pitchFamily="34" charset="0"/>
              <a:buNone/>
            </a:pPr>
            <a:r>
              <a:rPr lang="en-IE" sz="2500" b="1" dirty="0">
                <a:latin typeface="Times New Roman" panose="02020603050405020304" pitchFamily="18" charset="0"/>
                <a:cs typeface="Times New Roman" panose="02020603050405020304" pitchFamily="18" charset="0"/>
              </a:rPr>
              <a:t>Q.1.</a:t>
            </a:r>
            <a:r>
              <a:rPr lang="en-IE" sz="2500" dirty="0">
                <a:latin typeface="Times New Roman" panose="02020603050405020304" pitchFamily="18" charset="0"/>
                <a:cs typeface="Times New Roman" panose="02020603050405020304" pitchFamily="18" charset="0"/>
              </a:rPr>
              <a:t> 	Which Machine Learning model perform best for multiclass intrusion detection?</a:t>
            </a:r>
          </a:p>
          <a:p>
            <a:pPr marL="0" indent="0" algn="just" defTabSz="895350">
              <a:buFont typeface="Arial" pitchFamily="34" charset="0"/>
              <a:buNone/>
            </a:pPr>
            <a:r>
              <a:rPr lang="en-IE" sz="2500" b="1" dirty="0">
                <a:latin typeface="Times New Roman" panose="02020603050405020304" pitchFamily="18" charset="0"/>
                <a:cs typeface="Times New Roman" panose="02020603050405020304" pitchFamily="18" charset="0"/>
              </a:rPr>
              <a:t>Q.2</a:t>
            </a:r>
            <a:r>
              <a:rPr lang="en-IE" sz="2500" dirty="0">
                <a:latin typeface="Times New Roman" panose="02020603050405020304" pitchFamily="18" charset="0"/>
                <a:cs typeface="Times New Roman" panose="02020603050405020304" pitchFamily="18" charset="0"/>
              </a:rPr>
              <a:t>. 	How does class imbalance affect attack classification performance?</a:t>
            </a:r>
          </a:p>
          <a:p>
            <a:pPr marL="0" indent="0" algn="just" defTabSz="895350">
              <a:buFont typeface="Arial" pitchFamily="34" charset="0"/>
              <a:buNone/>
            </a:pPr>
            <a:r>
              <a:rPr lang="en-IE" sz="2500" b="1" dirty="0">
                <a:latin typeface="Times New Roman" panose="02020603050405020304" pitchFamily="18" charset="0"/>
                <a:cs typeface="Times New Roman" panose="02020603050405020304" pitchFamily="18" charset="0"/>
              </a:rPr>
              <a:t>Q.3 	</a:t>
            </a:r>
            <a:r>
              <a:rPr lang="en-IE" sz="2500" dirty="0">
                <a:latin typeface="Times New Roman" panose="02020603050405020304" pitchFamily="18" charset="0"/>
                <a:cs typeface="Times New Roman" panose="02020603050405020304" pitchFamily="18" charset="0"/>
              </a:rPr>
              <a:t>Can a lightweight and interpretable model achieve strong IDS performance?</a:t>
            </a:r>
          </a:p>
          <a:p>
            <a:pPr marL="0" indent="0" algn="just" defTabSz="895350">
              <a:buFont typeface="Arial" pitchFamily="34" charset="0"/>
              <a:buNone/>
            </a:pPr>
            <a:r>
              <a:rPr lang="en-IE" sz="2500" b="1" dirty="0">
                <a:latin typeface="Times New Roman" panose="02020603050405020304" pitchFamily="18" charset="0"/>
                <a:cs typeface="Times New Roman" panose="02020603050405020304" pitchFamily="18" charset="0"/>
              </a:rPr>
              <a:t>Q.4</a:t>
            </a:r>
            <a:r>
              <a:rPr lang="en-IE" sz="2500" dirty="0">
                <a:latin typeface="Times New Roman" panose="02020603050405020304" pitchFamily="18" charset="0"/>
                <a:cs typeface="Times New Roman" panose="02020603050405020304" pitchFamily="18" charset="0"/>
              </a:rPr>
              <a:t>	What limitations remain in the selected model?</a:t>
            </a:r>
          </a:p>
        </p:txBody>
      </p:sp>
      <p:sp>
        <p:nvSpPr>
          <p:cNvPr id="42" name="Content Placeholder 2"/>
          <p:cNvSpPr txBox="1">
            <a:spLocks/>
          </p:cNvSpPr>
          <p:nvPr/>
        </p:nvSpPr>
        <p:spPr>
          <a:xfrm>
            <a:off x="33513137" y="22823005"/>
            <a:ext cx="9736942" cy="5408649"/>
          </a:xfrm>
          <a:prstGeom prst="rect">
            <a:avLst/>
          </a:prstGeom>
        </p:spPr>
        <p:txBody>
          <a:bodyPr>
            <a:noAutofit/>
          </a:bodyPr>
          <a:lstStyle>
            <a:lvl1pPr marL="1645838" indent="-1645838" algn="l" defTabSz="4388900" rtl="0" eaLnBrk="1" latinLnBrk="0" hangingPunct="1">
              <a:spcBef>
                <a:spcPct val="20000"/>
              </a:spcBef>
              <a:buFont typeface="Arial" pitchFamily="34" charset="0"/>
              <a:buChar char="•"/>
              <a:defRPr sz="15400" kern="1200">
                <a:solidFill>
                  <a:schemeClr val="tx1"/>
                </a:solidFill>
                <a:latin typeface="+mn-lt"/>
                <a:ea typeface="+mn-ea"/>
                <a:cs typeface="+mn-cs"/>
              </a:defRPr>
            </a:lvl1pPr>
            <a:lvl2pPr marL="3565982" indent="-1371531" algn="l" defTabSz="4388900" rtl="0" eaLnBrk="1" latinLnBrk="0" hangingPunct="1">
              <a:spcBef>
                <a:spcPct val="20000"/>
              </a:spcBef>
              <a:buFont typeface="Arial" pitchFamily="34" charset="0"/>
              <a:buChar char="–"/>
              <a:defRPr sz="13500" kern="1200">
                <a:solidFill>
                  <a:schemeClr val="tx1"/>
                </a:solidFill>
                <a:latin typeface="+mn-lt"/>
                <a:ea typeface="+mn-ea"/>
                <a:cs typeface="+mn-cs"/>
              </a:defRPr>
            </a:lvl2pPr>
            <a:lvl3pPr marL="5486126" indent="-1097226" algn="l" defTabSz="4388900" rtl="0" eaLnBrk="1" latinLnBrk="0" hangingPunct="1">
              <a:spcBef>
                <a:spcPct val="20000"/>
              </a:spcBef>
              <a:buFont typeface="Arial" pitchFamily="34" charset="0"/>
              <a:buChar char="•"/>
              <a:defRPr sz="11600" kern="1200">
                <a:solidFill>
                  <a:schemeClr val="tx1"/>
                </a:solidFill>
                <a:latin typeface="+mn-lt"/>
                <a:ea typeface="+mn-ea"/>
                <a:cs typeface="+mn-cs"/>
              </a:defRPr>
            </a:lvl3pPr>
            <a:lvl4pPr marL="76805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4pPr>
            <a:lvl5pPr marL="98750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a:lstStyle>
          <a:p>
            <a:pPr marL="0" indent="0" algn="just" defTabSz="895350">
              <a:buFont typeface="Arial" pitchFamily="34" charset="0"/>
              <a:buNone/>
            </a:pPr>
            <a:r>
              <a:rPr lang="en-IE" sz="2400" dirty="0">
                <a:latin typeface="Arial" panose="020B0604020202020204" pitchFamily="34" charset="0"/>
                <a:cs typeface="Arial" panose="020B0604020202020204" pitchFamily="34" charset="0"/>
              </a:rPr>
              <a:t>A summarised answer to the research questions are presented below:</a:t>
            </a:r>
          </a:p>
          <a:p>
            <a:pPr marL="0" indent="0" algn="just" defTabSz="895350">
              <a:buFont typeface="Arial" pitchFamily="34" charset="0"/>
              <a:buNone/>
            </a:pPr>
            <a:endParaRPr lang="en-IE" sz="1000" dirty="0">
              <a:latin typeface="Arial" panose="020B0604020202020204" pitchFamily="34" charset="0"/>
              <a:cs typeface="Arial" panose="020B0604020202020204" pitchFamily="34" charset="0"/>
            </a:endParaRPr>
          </a:p>
          <a:p>
            <a:pPr marL="0" indent="0" defTabSz="895350">
              <a:buFont typeface="Arial" pitchFamily="34" charset="0"/>
              <a:buNone/>
            </a:pPr>
            <a:r>
              <a:rPr lang="en-IE" sz="2200" b="1" dirty="0">
                <a:latin typeface="Arial" panose="020B0604020202020204" pitchFamily="34" charset="0"/>
                <a:cs typeface="Arial" panose="020B0604020202020204" pitchFamily="34" charset="0"/>
              </a:rPr>
              <a:t>Q.1.</a:t>
            </a:r>
            <a:r>
              <a:rPr lang="en-IE" sz="2200" dirty="0">
                <a:latin typeface="Arial" panose="020B0604020202020204" pitchFamily="34" charset="0"/>
                <a:cs typeface="Arial" panose="020B0604020202020204" pitchFamily="34" charset="0"/>
              </a:rPr>
              <a:t> 	</a:t>
            </a:r>
            <a:r>
              <a:rPr lang="en-IE" sz="2200" i="1" dirty="0">
                <a:latin typeface="Arial" panose="020B0604020202020204" pitchFamily="34" charset="0"/>
                <a:cs typeface="Arial" panose="020B0604020202020204" pitchFamily="34" charset="0"/>
              </a:rPr>
              <a:t>Both of the studies on the use of a reflective learning journal were 	mostly negative, in that students did not find it beneficial, and in some 	cases, saw it as an additional ungraded piece of assessment .</a:t>
            </a:r>
          </a:p>
          <a:p>
            <a:pPr marL="0" indent="0" defTabSz="895350">
              <a:buFont typeface="Arial" pitchFamily="34" charset="0"/>
              <a:buNone/>
            </a:pPr>
            <a:r>
              <a:rPr lang="en-IE" sz="2200" b="1" dirty="0">
                <a:latin typeface="Arial" panose="020B0604020202020204" pitchFamily="34" charset="0"/>
                <a:cs typeface="Arial" panose="020B0604020202020204" pitchFamily="34" charset="0"/>
              </a:rPr>
              <a:t>Q.2. </a:t>
            </a:r>
            <a:r>
              <a:rPr lang="en-IE" sz="2200" dirty="0">
                <a:latin typeface="Arial" panose="020B0604020202020204" pitchFamily="34" charset="0"/>
                <a:cs typeface="Arial" panose="020B0604020202020204" pitchFamily="34" charset="0"/>
              </a:rPr>
              <a:t>	There was </a:t>
            </a:r>
            <a:r>
              <a:rPr lang="en-IE" sz="2200" i="1" dirty="0">
                <a:latin typeface="Arial" panose="020B0604020202020204" pitchFamily="34" charset="0"/>
                <a:cs typeface="Arial" panose="020B0604020202020204" pitchFamily="34" charset="0"/>
              </a:rPr>
              <a:t>evidence to suggest it does, specifically relating to 	group based activities, and communicating with peers.  However, it is 	difficult to say positive findings were directly linked to the social 	learning activities introduced over the semester.</a:t>
            </a:r>
            <a:endParaRPr lang="en-IE" sz="2200" dirty="0">
              <a:latin typeface="Arial" panose="020B0604020202020204" pitchFamily="34" charset="0"/>
              <a:cs typeface="Arial" panose="020B0604020202020204" pitchFamily="34" charset="0"/>
            </a:endParaRPr>
          </a:p>
          <a:p>
            <a:pPr marL="0" indent="0" defTabSz="895350">
              <a:buFont typeface="Arial" pitchFamily="34" charset="0"/>
              <a:buNone/>
            </a:pPr>
            <a:r>
              <a:rPr lang="en-IE" sz="2200" b="1" dirty="0">
                <a:latin typeface="Arial" panose="020B0604020202020204" pitchFamily="34" charset="0"/>
                <a:cs typeface="Arial" panose="020B0604020202020204" pitchFamily="34" charset="0"/>
              </a:rPr>
              <a:t>Q.3 </a:t>
            </a:r>
            <a:r>
              <a:rPr lang="en-IE" sz="2200" dirty="0">
                <a:latin typeface="Arial" panose="020B0604020202020204" pitchFamily="34" charset="0"/>
                <a:cs typeface="Arial" panose="020B0604020202020204" pitchFamily="34" charset="0"/>
              </a:rPr>
              <a:t>	</a:t>
            </a:r>
            <a:r>
              <a:rPr lang="en-IE" sz="2200" i="1" dirty="0">
                <a:latin typeface="Arial" panose="020B0604020202020204" pitchFamily="34" charset="0"/>
                <a:cs typeface="Arial" panose="020B0604020202020204" pitchFamily="34" charset="0"/>
              </a:rPr>
              <a:t>The use of PBL and PAL was very successful in engaging students in 	computer programming, the students engaged in the activities and 	requested more of these activities in the future.</a:t>
            </a:r>
          </a:p>
          <a:p>
            <a:pPr marL="0" indent="0" defTabSz="895350">
              <a:buFont typeface="Arial" pitchFamily="34" charset="0"/>
              <a:buNone/>
            </a:pPr>
            <a:r>
              <a:rPr lang="en-IE" sz="2200" b="1" dirty="0">
                <a:latin typeface="Arial" panose="020B0604020202020204" pitchFamily="34" charset="0"/>
                <a:cs typeface="Arial" panose="020B0604020202020204" pitchFamily="34" charset="0"/>
              </a:rPr>
              <a:t>Q.4</a:t>
            </a:r>
            <a:r>
              <a:rPr lang="en-IE" sz="2200" dirty="0">
                <a:latin typeface="Arial" panose="020B0604020202020204" pitchFamily="34" charset="0"/>
                <a:cs typeface="Arial" panose="020B0604020202020204" pitchFamily="34" charset="0"/>
              </a:rPr>
              <a:t>	</a:t>
            </a:r>
            <a:r>
              <a:rPr lang="en-IE" sz="2200" i="1" dirty="0">
                <a:latin typeface="Arial" panose="020B0604020202020204" pitchFamily="34" charset="0"/>
                <a:cs typeface="Arial" panose="020B0604020202020204" pitchFamily="34" charset="0"/>
              </a:rPr>
              <a:t>There was no strong evidence to suggest social learning improved 	self-efficacy in computer programming, however, there was strong 	evidence found that participating in group work enhances self-efficacy 	in working with others in group activities.</a:t>
            </a:r>
          </a:p>
        </p:txBody>
      </p:sp>
      <p:sp>
        <p:nvSpPr>
          <p:cNvPr id="39" name="Content Placeholder 2">
            <a:extLst>
              <a:ext uri="{FF2B5EF4-FFF2-40B4-BE49-F238E27FC236}">
                <a16:creationId xmlns:a16="http://schemas.microsoft.com/office/drawing/2014/main" id="{2EFFBC5F-0C09-40DB-9DFE-B704854ECCA6}"/>
              </a:ext>
            </a:extLst>
          </p:cNvPr>
          <p:cNvSpPr txBox="1">
            <a:spLocks/>
          </p:cNvSpPr>
          <p:nvPr/>
        </p:nvSpPr>
        <p:spPr>
          <a:xfrm>
            <a:off x="11693941" y="8028377"/>
            <a:ext cx="9662432" cy="979718"/>
          </a:xfrm>
          <a:prstGeom prst="rect">
            <a:avLst/>
          </a:prstGeom>
        </p:spPr>
        <p:txBody>
          <a:bodyPr>
            <a:normAutofit fontScale="70000" lnSpcReduction="20000"/>
          </a:bodyPr>
          <a:lstStyle>
            <a:lvl1pPr marL="1645838" indent="-1645838" algn="l" defTabSz="4388900" rtl="0" eaLnBrk="1" latinLnBrk="0" hangingPunct="1">
              <a:spcBef>
                <a:spcPct val="20000"/>
              </a:spcBef>
              <a:buFont typeface="Arial" pitchFamily="34" charset="0"/>
              <a:buChar char="•"/>
              <a:defRPr sz="15400" kern="1200">
                <a:solidFill>
                  <a:schemeClr val="tx1"/>
                </a:solidFill>
                <a:latin typeface="+mn-lt"/>
                <a:ea typeface="+mn-ea"/>
                <a:cs typeface="+mn-cs"/>
              </a:defRPr>
            </a:lvl1pPr>
            <a:lvl2pPr marL="3565982" indent="-1371531" algn="l" defTabSz="4388900" rtl="0" eaLnBrk="1" latinLnBrk="0" hangingPunct="1">
              <a:spcBef>
                <a:spcPct val="20000"/>
              </a:spcBef>
              <a:buFont typeface="Arial" pitchFamily="34" charset="0"/>
              <a:buChar char="–"/>
              <a:defRPr sz="13500" kern="1200">
                <a:solidFill>
                  <a:schemeClr val="tx1"/>
                </a:solidFill>
                <a:latin typeface="+mn-lt"/>
                <a:ea typeface="+mn-ea"/>
                <a:cs typeface="+mn-cs"/>
              </a:defRPr>
            </a:lvl2pPr>
            <a:lvl3pPr marL="5486126" indent="-1097226" algn="l" defTabSz="4388900" rtl="0" eaLnBrk="1" latinLnBrk="0" hangingPunct="1">
              <a:spcBef>
                <a:spcPct val="20000"/>
              </a:spcBef>
              <a:buFont typeface="Arial" pitchFamily="34" charset="0"/>
              <a:buChar char="•"/>
              <a:defRPr sz="11600" kern="1200">
                <a:solidFill>
                  <a:schemeClr val="tx1"/>
                </a:solidFill>
                <a:latin typeface="+mn-lt"/>
                <a:ea typeface="+mn-ea"/>
                <a:cs typeface="+mn-cs"/>
              </a:defRPr>
            </a:lvl3pPr>
            <a:lvl4pPr marL="76805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4pPr>
            <a:lvl5pPr marL="98750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a:lstStyle>
          <a:p>
            <a:pPr marL="0" indent="0" algn="just">
              <a:buNone/>
            </a:pPr>
            <a:endParaRPr lang="en-IE" sz="9600" dirty="0">
              <a:latin typeface="Arial" panose="020B0604020202020204" pitchFamily="34" charset="0"/>
              <a:cs typeface="Arial" panose="020B0604020202020204" pitchFamily="34" charset="0"/>
            </a:endParaRPr>
          </a:p>
        </p:txBody>
      </p:sp>
      <p:sp>
        <p:nvSpPr>
          <p:cNvPr id="47" name="Content Placeholder 2">
            <a:extLst>
              <a:ext uri="{FF2B5EF4-FFF2-40B4-BE49-F238E27FC236}">
                <a16:creationId xmlns:a16="http://schemas.microsoft.com/office/drawing/2014/main" id="{C12A8FE5-E10F-498E-9E7D-EC629905A877}"/>
              </a:ext>
            </a:extLst>
          </p:cNvPr>
          <p:cNvSpPr txBox="1">
            <a:spLocks/>
          </p:cNvSpPr>
          <p:nvPr/>
        </p:nvSpPr>
        <p:spPr>
          <a:xfrm>
            <a:off x="33656519" y="29479722"/>
            <a:ext cx="9736942" cy="2621175"/>
          </a:xfrm>
          <a:prstGeom prst="rect">
            <a:avLst/>
          </a:prstGeom>
        </p:spPr>
        <p:txBody>
          <a:bodyPr>
            <a:noAutofit/>
          </a:bodyPr>
          <a:lstStyle>
            <a:lvl1pPr marL="1645838" indent="-1645838" algn="l" defTabSz="4388900" rtl="0" eaLnBrk="1" latinLnBrk="0" hangingPunct="1">
              <a:spcBef>
                <a:spcPct val="20000"/>
              </a:spcBef>
              <a:buFont typeface="Arial" pitchFamily="34" charset="0"/>
              <a:buChar char="•"/>
              <a:defRPr sz="15400" kern="1200">
                <a:solidFill>
                  <a:schemeClr val="tx1"/>
                </a:solidFill>
                <a:latin typeface="+mn-lt"/>
                <a:ea typeface="+mn-ea"/>
                <a:cs typeface="+mn-cs"/>
              </a:defRPr>
            </a:lvl1pPr>
            <a:lvl2pPr marL="3565982" indent="-1371531" algn="l" defTabSz="4388900" rtl="0" eaLnBrk="1" latinLnBrk="0" hangingPunct="1">
              <a:spcBef>
                <a:spcPct val="20000"/>
              </a:spcBef>
              <a:buFont typeface="Arial" pitchFamily="34" charset="0"/>
              <a:buChar char="–"/>
              <a:defRPr sz="13500" kern="1200">
                <a:solidFill>
                  <a:schemeClr val="tx1"/>
                </a:solidFill>
                <a:latin typeface="+mn-lt"/>
                <a:ea typeface="+mn-ea"/>
                <a:cs typeface="+mn-cs"/>
              </a:defRPr>
            </a:lvl2pPr>
            <a:lvl3pPr marL="5486126" indent="-1097226" algn="l" defTabSz="4388900" rtl="0" eaLnBrk="1" latinLnBrk="0" hangingPunct="1">
              <a:spcBef>
                <a:spcPct val="20000"/>
              </a:spcBef>
              <a:buFont typeface="Arial" pitchFamily="34" charset="0"/>
              <a:buChar char="•"/>
              <a:defRPr sz="11600" kern="1200">
                <a:solidFill>
                  <a:schemeClr val="tx1"/>
                </a:solidFill>
                <a:latin typeface="+mn-lt"/>
                <a:ea typeface="+mn-ea"/>
                <a:cs typeface="+mn-cs"/>
              </a:defRPr>
            </a:lvl3pPr>
            <a:lvl4pPr marL="76805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4pPr>
            <a:lvl5pPr marL="98750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a:lstStyle>
          <a:p>
            <a:pPr marL="0" indent="0" algn="just" defTabSz="895350">
              <a:buNone/>
            </a:pPr>
            <a:r>
              <a:rPr lang="en-IE" sz="900" dirty="0">
                <a:latin typeface="Arial" panose="020B0604020202020204" pitchFamily="34" charset="0"/>
                <a:cs typeface="Arial" panose="020B0604020202020204" pitchFamily="34" charset="0"/>
              </a:rPr>
              <a:t>Bandura, A. (1986). Social Foundations of Thought and Action: Social Cognitive Theory. U.S.A: Pearson Education.</a:t>
            </a:r>
          </a:p>
          <a:p>
            <a:pPr marL="0" indent="0" algn="just" defTabSz="895350">
              <a:buNone/>
            </a:pPr>
            <a:endParaRPr lang="en-IE" sz="900" dirty="0">
              <a:latin typeface="Arial" panose="020B0604020202020204" pitchFamily="34" charset="0"/>
              <a:cs typeface="Arial" panose="020B0604020202020204" pitchFamily="34" charset="0"/>
            </a:endParaRPr>
          </a:p>
          <a:p>
            <a:pPr marL="0" indent="0" algn="just" defTabSz="895350">
              <a:buNone/>
            </a:pPr>
            <a:r>
              <a:rPr lang="en-IE" sz="900" dirty="0">
                <a:latin typeface="Arial" panose="020B0604020202020204" pitchFamily="34" charset="0"/>
                <a:cs typeface="Arial" panose="020B0604020202020204" pitchFamily="34" charset="0"/>
              </a:rPr>
              <a:t>Bandura, A. (2006). Guide for constructing self-efficacy scales. In F. </a:t>
            </a:r>
            <a:r>
              <a:rPr lang="en-IE" sz="900" dirty="0" err="1">
                <a:latin typeface="Arial" panose="020B0604020202020204" pitchFamily="34" charset="0"/>
                <a:cs typeface="Arial" panose="020B0604020202020204" pitchFamily="34" charset="0"/>
              </a:rPr>
              <a:t>Pajares</a:t>
            </a:r>
            <a:r>
              <a:rPr lang="en-IE" sz="900" dirty="0">
                <a:latin typeface="Arial" panose="020B0604020202020204" pitchFamily="34" charset="0"/>
                <a:cs typeface="Arial" panose="020B0604020202020204" pitchFamily="34" charset="0"/>
              </a:rPr>
              <a:t>, &amp; T. </a:t>
            </a:r>
            <a:r>
              <a:rPr lang="en-IE" sz="900" dirty="0" err="1">
                <a:latin typeface="Arial" panose="020B0604020202020204" pitchFamily="34" charset="0"/>
                <a:cs typeface="Arial" panose="020B0604020202020204" pitchFamily="34" charset="0"/>
              </a:rPr>
              <a:t>Urdan</a:t>
            </a:r>
            <a:r>
              <a:rPr lang="en-IE" sz="900" dirty="0">
                <a:latin typeface="Arial" panose="020B0604020202020204" pitchFamily="34" charset="0"/>
                <a:cs typeface="Arial" panose="020B0604020202020204" pitchFamily="34" charset="0"/>
              </a:rPr>
              <a:t> (Eds.), Adolescence and education: Vol. 5. Self efficacy and adolescence (pp. 307-337). Greenwich, CT: Information Age.</a:t>
            </a:r>
          </a:p>
          <a:p>
            <a:pPr marL="0" indent="0" algn="just" defTabSz="895350">
              <a:buNone/>
            </a:pPr>
            <a:endParaRPr lang="en-IE" sz="900" dirty="0">
              <a:latin typeface="Arial" panose="020B0604020202020204" pitchFamily="34" charset="0"/>
              <a:cs typeface="Arial" panose="020B0604020202020204" pitchFamily="34" charset="0"/>
            </a:endParaRPr>
          </a:p>
          <a:p>
            <a:pPr marL="0" indent="0" algn="just" defTabSz="895350">
              <a:buNone/>
            </a:pPr>
            <a:r>
              <a:rPr lang="en-IE" sz="900" dirty="0">
                <a:latin typeface="Arial" panose="020B0604020202020204" pitchFamily="34" charset="0"/>
                <a:cs typeface="Arial" panose="020B0604020202020204" pitchFamily="34" charset="0"/>
              </a:rPr>
              <a:t>Bogdan, R.C., </a:t>
            </a:r>
            <a:r>
              <a:rPr lang="en-IE" sz="900" dirty="0" err="1">
                <a:latin typeface="Arial" panose="020B0604020202020204" pitchFamily="34" charset="0"/>
                <a:cs typeface="Arial" panose="020B0604020202020204" pitchFamily="34" charset="0"/>
              </a:rPr>
              <a:t>Biklin</a:t>
            </a:r>
            <a:r>
              <a:rPr lang="en-IE" sz="900" dirty="0">
                <a:latin typeface="Arial" panose="020B0604020202020204" pitchFamily="34" charset="0"/>
                <a:cs typeface="Arial" panose="020B0604020202020204" pitchFamily="34" charset="0"/>
              </a:rPr>
              <a:t>, S.K. (1998). Qualitative research for education: An introduction to theory and methods. (3rd edition).  Boston: </a:t>
            </a:r>
            <a:r>
              <a:rPr lang="en-IE" sz="900" dirty="0" err="1">
                <a:latin typeface="Arial" panose="020B0604020202020204" pitchFamily="34" charset="0"/>
                <a:cs typeface="Arial" panose="020B0604020202020204" pitchFamily="34" charset="0"/>
              </a:rPr>
              <a:t>Allyn</a:t>
            </a:r>
            <a:r>
              <a:rPr lang="en-IE" sz="900" dirty="0">
                <a:latin typeface="Arial" panose="020B0604020202020204" pitchFamily="34" charset="0"/>
                <a:cs typeface="Arial" panose="020B0604020202020204" pitchFamily="34" charset="0"/>
              </a:rPr>
              <a:t> and Bacon.</a:t>
            </a:r>
          </a:p>
          <a:p>
            <a:pPr marL="0" indent="0" algn="just" defTabSz="895350">
              <a:buNone/>
            </a:pPr>
            <a:endParaRPr lang="en-IE" sz="900" dirty="0">
              <a:latin typeface="Arial" panose="020B0604020202020204" pitchFamily="34" charset="0"/>
              <a:cs typeface="Arial" panose="020B0604020202020204" pitchFamily="34" charset="0"/>
            </a:endParaRPr>
          </a:p>
          <a:p>
            <a:pPr marL="0" indent="0" algn="just" defTabSz="895350">
              <a:buNone/>
            </a:pPr>
            <a:r>
              <a:rPr lang="en-IE" sz="900" dirty="0">
                <a:latin typeface="Arial" panose="020B0604020202020204" pitchFamily="34" charset="0"/>
                <a:cs typeface="Arial" panose="020B0604020202020204" pitchFamily="34" charset="0"/>
              </a:rPr>
              <a:t>Bryman, A. (2004). Social Research Methods.  U.K.: Oxford University Press.</a:t>
            </a:r>
          </a:p>
          <a:p>
            <a:pPr marL="0" indent="0" algn="just" defTabSz="895350">
              <a:buNone/>
            </a:pPr>
            <a:endParaRPr lang="en-IE" sz="900" dirty="0">
              <a:latin typeface="Arial" panose="020B0604020202020204" pitchFamily="34" charset="0"/>
              <a:cs typeface="Arial" panose="020B0604020202020204" pitchFamily="34" charset="0"/>
            </a:endParaRPr>
          </a:p>
          <a:p>
            <a:pPr marL="0" indent="0" algn="just" defTabSz="895350">
              <a:buNone/>
            </a:pPr>
            <a:r>
              <a:rPr lang="en-IE" sz="900" dirty="0">
                <a:latin typeface="Arial" panose="020B0604020202020204" pitchFamily="34" charset="0"/>
                <a:cs typeface="Arial" panose="020B0604020202020204" pitchFamily="34" charset="0"/>
              </a:rPr>
              <a:t>Creswell, J.W., Miller, G.A. (1997).  Research Methodologies and Doctoral Process.  New Directions for Higher Education, no.99.  U.S.A.: Wiley.</a:t>
            </a:r>
          </a:p>
          <a:p>
            <a:pPr marL="0" indent="0" algn="just" defTabSz="895350">
              <a:buNone/>
            </a:pPr>
            <a:endParaRPr lang="en-IE" sz="900" dirty="0">
              <a:latin typeface="Arial" panose="020B0604020202020204" pitchFamily="34" charset="0"/>
              <a:cs typeface="Arial" panose="020B0604020202020204" pitchFamily="34" charset="0"/>
            </a:endParaRPr>
          </a:p>
          <a:p>
            <a:pPr marL="0" indent="0" algn="just" defTabSz="895350">
              <a:buNone/>
            </a:pPr>
            <a:r>
              <a:rPr lang="en-IE" sz="900" dirty="0">
                <a:latin typeface="Arial" panose="020B0604020202020204" pitchFamily="34" charset="0"/>
                <a:cs typeface="Arial" panose="020B0604020202020204" pitchFamily="34" charset="0"/>
              </a:rPr>
              <a:t>Hamir, S., </a:t>
            </a:r>
            <a:r>
              <a:rPr lang="en-IE" sz="900" dirty="0" err="1">
                <a:latin typeface="Arial" panose="020B0604020202020204" pitchFamily="34" charset="0"/>
                <a:cs typeface="Arial" panose="020B0604020202020204" pitchFamily="34" charset="0"/>
              </a:rPr>
              <a:t>Maion</a:t>
            </a:r>
            <a:r>
              <a:rPr lang="en-IE" sz="900" dirty="0">
                <a:latin typeface="Arial" panose="020B0604020202020204" pitchFamily="34" charset="0"/>
                <a:cs typeface="Arial" panose="020B0604020202020204" pitchFamily="34" charset="0"/>
              </a:rPr>
              <a:t>, S., Tice, S., &amp; Wideman, A. (2015) Constructivism in</a:t>
            </a:r>
          </a:p>
          <a:p>
            <a:pPr marL="0" indent="0" algn="just" defTabSz="895350">
              <a:buNone/>
            </a:pPr>
            <a:r>
              <a:rPr lang="en-IE" sz="900" dirty="0">
                <a:latin typeface="Arial" panose="020B0604020202020204" pitchFamily="34" charset="0"/>
                <a:cs typeface="Arial" panose="020B0604020202020204" pitchFamily="34" charset="0"/>
              </a:rPr>
              <a:t>Education. Available at: http://constructivism512.weebly.com . Accessed 27th February 2018.</a:t>
            </a:r>
          </a:p>
          <a:p>
            <a:pPr marL="0" indent="0" algn="just" defTabSz="895350">
              <a:buNone/>
            </a:pPr>
            <a:endParaRPr lang="en-IE" sz="900" dirty="0">
              <a:latin typeface="Arial" panose="020B0604020202020204" pitchFamily="34" charset="0"/>
              <a:cs typeface="Arial" panose="020B0604020202020204" pitchFamily="34" charset="0"/>
            </a:endParaRPr>
          </a:p>
          <a:p>
            <a:pPr marL="0" indent="0" algn="just" defTabSz="895350">
              <a:buNone/>
            </a:pPr>
            <a:r>
              <a:rPr lang="en-IE" sz="900" dirty="0">
                <a:latin typeface="Arial" panose="020B0604020202020204" pitchFamily="34" charset="0"/>
                <a:cs typeface="Arial" panose="020B0604020202020204" pitchFamily="34" charset="0"/>
              </a:rPr>
              <a:t>Miles, M.B., &amp; Huberman, A.M. (1994). Qualitative data analysis: A sourcebook of new methods.  Thousand Oaks, CA: Sage.</a:t>
            </a:r>
          </a:p>
        </p:txBody>
      </p:sp>
      <p:pic>
        <p:nvPicPr>
          <p:cNvPr id="7" name="Picture 6">
            <a:extLst>
              <a:ext uri="{FF2B5EF4-FFF2-40B4-BE49-F238E27FC236}">
                <a16:creationId xmlns:a16="http://schemas.microsoft.com/office/drawing/2014/main" id="{86F2D775-B43E-2D1B-5ECE-DD93EC61B79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33763" y="20921667"/>
            <a:ext cx="6339073" cy="6339073"/>
          </a:xfrm>
          <a:prstGeom prst="rect">
            <a:avLst/>
          </a:prstGeom>
        </p:spPr>
      </p:pic>
      <p:sp>
        <p:nvSpPr>
          <p:cNvPr id="21" name="Text Placeholder 5">
            <a:extLst>
              <a:ext uri="{FF2B5EF4-FFF2-40B4-BE49-F238E27FC236}">
                <a16:creationId xmlns:a16="http://schemas.microsoft.com/office/drawing/2014/main" id="{348892E9-080F-B06A-105A-7860166FB512}"/>
              </a:ext>
            </a:extLst>
          </p:cNvPr>
          <p:cNvSpPr txBox="1">
            <a:spLocks/>
          </p:cNvSpPr>
          <p:nvPr/>
        </p:nvSpPr>
        <p:spPr>
          <a:xfrm>
            <a:off x="22225422" y="5815303"/>
            <a:ext cx="10048875" cy="754045"/>
          </a:xfrm>
          <a:prstGeom prst="rect">
            <a:avLst/>
          </a:prstGeom>
          <a:noFill/>
        </p:spPr>
        <p:txBody>
          <a:bodyPr lIns="91436" tIns="91436" rIns="91436" bIns="91436" anchor="ctr" anchorCtr="0">
            <a:spAutoFit/>
          </a:bodyPr>
          <a:lstStyle>
            <a:lvl1pPr marL="0" indent="0" algn="ctr" defTabSz="4388900" rtl="0" eaLnBrk="1" latinLnBrk="0" hangingPunct="1">
              <a:spcBef>
                <a:spcPct val="20000"/>
              </a:spcBef>
              <a:buFont typeface="Arial" pitchFamily="34" charset="0"/>
              <a:buNone/>
              <a:defRPr sz="3700" b="1" u="sng" kern="1200" baseline="0">
                <a:solidFill>
                  <a:schemeClr val="accent5">
                    <a:lumMod val="50000"/>
                  </a:schemeClr>
                </a:solidFill>
                <a:latin typeface="+mn-lt"/>
                <a:ea typeface="+mn-ea"/>
                <a:cs typeface="+mn-cs"/>
              </a:defRPr>
            </a:lvl1pPr>
            <a:lvl2pPr marL="3565982" indent="-1371531" algn="l" defTabSz="4388900" rtl="0" eaLnBrk="1" latinLnBrk="0" hangingPunct="1">
              <a:spcBef>
                <a:spcPct val="20000"/>
              </a:spcBef>
              <a:buFont typeface="Arial" pitchFamily="34" charset="0"/>
              <a:buChar char="–"/>
              <a:defRPr sz="13500" kern="1200">
                <a:solidFill>
                  <a:schemeClr val="tx1"/>
                </a:solidFill>
                <a:latin typeface="+mn-lt"/>
                <a:ea typeface="+mn-ea"/>
                <a:cs typeface="+mn-cs"/>
              </a:defRPr>
            </a:lvl2pPr>
            <a:lvl3pPr marL="5486126" indent="-1097226" algn="l" defTabSz="4388900" rtl="0" eaLnBrk="1" latinLnBrk="0" hangingPunct="1">
              <a:spcBef>
                <a:spcPct val="20000"/>
              </a:spcBef>
              <a:buFont typeface="Arial" pitchFamily="34" charset="0"/>
              <a:buChar char="•"/>
              <a:defRPr sz="11600" kern="1200">
                <a:solidFill>
                  <a:schemeClr val="tx1"/>
                </a:solidFill>
                <a:latin typeface="+mn-lt"/>
                <a:ea typeface="+mn-ea"/>
                <a:cs typeface="+mn-cs"/>
              </a:defRPr>
            </a:lvl3pPr>
            <a:lvl4pPr marL="76805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4pPr>
            <a:lvl5pPr marL="98750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a:lstStyle>
          <a:p>
            <a:r>
              <a:rPr lang="en-US" dirty="0">
                <a:solidFill>
                  <a:schemeClr val="tx2"/>
                </a:solidFill>
                <a:latin typeface="Arial" panose="020B0604020202020204" pitchFamily="34" charset="0"/>
                <a:cs typeface="Arial" panose="020B0604020202020204" pitchFamily="34" charset="0"/>
              </a:rPr>
              <a:t>MODELLING</a:t>
            </a:r>
          </a:p>
        </p:txBody>
      </p:sp>
      <p:sp>
        <p:nvSpPr>
          <p:cNvPr id="50" name="Text Placeholder 4">
            <a:extLst>
              <a:ext uri="{FF2B5EF4-FFF2-40B4-BE49-F238E27FC236}">
                <a16:creationId xmlns:a16="http://schemas.microsoft.com/office/drawing/2014/main" id="{4D0FFE05-CCA1-CB00-4EC8-B1F783EEA1FC}"/>
              </a:ext>
            </a:extLst>
          </p:cNvPr>
          <p:cNvSpPr txBox="1">
            <a:spLocks/>
          </p:cNvSpPr>
          <p:nvPr/>
        </p:nvSpPr>
        <p:spPr>
          <a:xfrm>
            <a:off x="11427502" y="6240358"/>
            <a:ext cx="10048874" cy="5924677"/>
          </a:xfrm>
          <a:prstGeom prst="rect">
            <a:avLst/>
          </a:prstGeom>
        </p:spPr>
        <p:txBody>
          <a:bodyPr wrap="square" lIns="228589" tIns="228589" rIns="228589" bIns="228589">
            <a:spAutoFit/>
          </a:bodyPr>
          <a:lstStyle>
            <a:lvl1pPr marL="0" indent="0" algn="l" defTabSz="4388900" rtl="0" eaLnBrk="1" latinLnBrk="0" hangingPunct="1">
              <a:spcBef>
                <a:spcPct val="20000"/>
              </a:spcBef>
              <a:buFont typeface="Arial" pitchFamily="34" charset="0"/>
              <a:buNone/>
              <a:defRPr sz="2500" kern="1200">
                <a:solidFill>
                  <a:schemeClr val="accent5">
                    <a:lumMod val="50000"/>
                  </a:schemeClr>
                </a:solidFill>
                <a:latin typeface="Times New Roman" pitchFamily="18" charset="0"/>
                <a:ea typeface="+mn-ea"/>
                <a:cs typeface="Times New Roman" pitchFamily="18" charset="0"/>
              </a:defRPr>
            </a:lvl1pPr>
            <a:lvl2pPr marL="1485825" indent="-571471"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2pPr>
            <a:lvl3pPr marL="2057297" indent="-571471"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3pPr>
            <a:lvl4pPr marL="2685916" indent="-628619"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4pPr>
            <a:lvl5pPr marL="3143093" indent="-457177"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a:lstStyle>
          <a:p>
            <a:pPr algn="just"/>
            <a:r>
              <a:rPr lang="en-US" dirty="0">
                <a:solidFill>
                  <a:schemeClr val="tx1"/>
                </a:solidFill>
              </a:rPr>
              <a:t>The Data Understanding phase focused on analyzing the CICIDS2017 dataset before preprocessing and modelling. The dataset was developed and publicly released by the Canadian Institute for Cybersecurity (CIC) at the University of New Brunswick, Canada, and contains benign and the most up-to-date common attacks, which resembles the true real-world data (PCAPs). It also includes the results of network traffics using </a:t>
            </a:r>
            <a:r>
              <a:rPr lang="en-US" dirty="0" err="1">
                <a:solidFill>
                  <a:schemeClr val="tx1"/>
                </a:solidFill>
              </a:rPr>
              <a:t>CICFlowMeter</a:t>
            </a:r>
            <a:r>
              <a:rPr lang="en-US" dirty="0">
                <a:solidFill>
                  <a:schemeClr val="tx1"/>
                </a:solidFill>
              </a:rPr>
              <a:t> with labeled flows based on the time stamp, source, and destination IPs, source and destination ports, protocols and attack </a:t>
            </a:r>
            <a:r>
              <a:rPr lang="en-IE" dirty="0">
                <a:solidFill>
                  <a:schemeClr val="tx1"/>
                </a:solidFill>
              </a:rPr>
              <a:t>(</a:t>
            </a:r>
            <a:r>
              <a:rPr lang="en-IE" dirty="0" err="1">
                <a:solidFill>
                  <a:schemeClr val="tx1"/>
                </a:solidFill>
              </a:rPr>
              <a:t>Sharafaldin</a:t>
            </a:r>
            <a:r>
              <a:rPr lang="en-IE" dirty="0">
                <a:solidFill>
                  <a:schemeClr val="tx1"/>
                </a:solidFill>
              </a:rPr>
              <a:t> et al., 2018).</a:t>
            </a:r>
            <a:endParaRPr lang="en-US" dirty="0">
              <a:solidFill>
                <a:schemeClr val="tx1"/>
              </a:solidFill>
            </a:endParaRPr>
          </a:p>
          <a:p>
            <a:pPr algn="just"/>
            <a:r>
              <a:rPr lang="en-US" dirty="0">
                <a:solidFill>
                  <a:schemeClr val="tx1"/>
                </a:solidFill>
              </a:rPr>
              <a:t>The dataset was presented in 8 different CSV files, with different traffic’s period and attacks scenario. The dataset after merging had 2,830,743 rows and 79 columns. A total of 1,358 missing values were removed, and we constate that the dataset was very unbalanced, having 80.3% of benign traffic.</a:t>
            </a:r>
          </a:p>
        </p:txBody>
      </p:sp>
      <p:pic>
        <p:nvPicPr>
          <p:cNvPr id="56" name="Picture 55">
            <a:extLst>
              <a:ext uri="{FF2B5EF4-FFF2-40B4-BE49-F238E27FC236}">
                <a16:creationId xmlns:a16="http://schemas.microsoft.com/office/drawing/2014/main" id="{F061BFD2-4BA2-5E5B-C1D2-F9044DF3C43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560599" y="11948369"/>
            <a:ext cx="9782680" cy="5559941"/>
          </a:xfrm>
          <a:prstGeom prst="rect">
            <a:avLst/>
          </a:prstGeom>
        </p:spPr>
      </p:pic>
      <p:sp>
        <p:nvSpPr>
          <p:cNvPr id="63" name="Text Placeholder 5">
            <a:extLst>
              <a:ext uri="{FF2B5EF4-FFF2-40B4-BE49-F238E27FC236}">
                <a16:creationId xmlns:a16="http://schemas.microsoft.com/office/drawing/2014/main" id="{40E268E3-721A-232C-8012-F93EDC4562D5}"/>
              </a:ext>
            </a:extLst>
          </p:cNvPr>
          <p:cNvSpPr txBox="1">
            <a:spLocks/>
          </p:cNvSpPr>
          <p:nvPr/>
        </p:nvSpPr>
        <p:spPr>
          <a:xfrm>
            <a:off x="11307498" y="5679573"/>
            <a:ext cx="10048875" cy="754045"/>
          </a:xfrm>
          <a:prstGeom prst="rect">
            <a:avLst/>
          </a:prstGeom>
          <a:noFill/>
        </p:spPr>
        <p:txBody>
          <a:bodyPr lIns="91436" tIns="91436" rIns="91436" bIns="91436" anchor="ctr" anchorCtr="0">
            <a:spAutoFit/>
          </a:bodyPr>
          <a:lstStyle>
            <a:lvl1pPr marL="0" indent="0" algn="ctr" defTabSz="4388900" rtl="0" eaLnBrk="1" latinLnBrk="0" hangingPunct="1">
              <a:spcBef>
                <a:spcPct val="20000"/>
              </a:spcBef>
              <a:buFont typeface="Arial" pitchFamily="34" charset="0"/>
              <a:buNone/>
              <a:defRPr sz="3700" b="1" u="sng" kern="1200" baseline="0">
                <a:solidFill>
                  <a:schemeClr val="accent5">
                    <a:lumMod val="50000"/>
                  </a:schemeClr>
                </a:solidFill>
                <a:latin typeface="+mn-lt"/>
                <a:ea typeface="+mn-ea"/>
                <a:cs typeface="+mn-cs"/>
              </a:defRPr>
            </a:lvl1pPr>
            <a:lvl2pPr marL="3565982" indent="-1371531" algn="l" defTabSz="4388900" rtl="0" eaLnBrk="1" latinLnBrk="0" hangingPunct="1">
              <a:spcBef>
                <a:spcPct val="20000"/>
              </a:spcBef>
              <a:buFont typeface="Arial" pitchFamily="34" charset="0"/>
              <a:buChar char="–"/>
              <a:defRPr sz="13500" kern="1200">
                <a:solidFill>
                  <a:schemeClr val="tx1"/>
                </a:solidFill>
                <a:latin typeface="+mn-lt"/>
                <a:ea typeface="+mn-ea"/>
                <a:cs typeface="+mn-cs"/>
              </a:defRPr>
            </a:lvl2pPr>
            <a:lvl3pPr marL="5486126" indent="-1097226" algn="l" defTabSz="4388900" rtl="0" eaLnBrk="1" latinLnBrk="0" hangingPunct="1">
              <a:spcBef>
                <a:spcPct val="20000"/>
              </a:spcBef>
              <a:buFont typeface="Arial" pitchFamily="34" charset="0"/>
              <a:buChar char="•"/>
              <a:defRPr sz="11600" kern="1200">
                <a:solidFill>
                  <a:schemeClr val="tx1"/>
                </a:solidFill>
                <a:latin typeface="+mn-lt"/>
                <a:ea typeface="+mn-ea"/>
                <a:cs typeface="+mn-cs"/>
              </a:defRPr>
            </a:lvl3pPr>
            <a:lvl4pPr marL="76805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4pPr>
            <a:lvl5pPr marL="98750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a:lstStyle>
          <a:p>
            <a:r>
              <a:rPr lang="en-US" dirty="0">
                <a:solidFill>
                  <a:schemeClr val="tx2"/>
                </a:solidFill>
                <a:latin typeface="Arial" panose="020B0604020202020204" pitchFamily="34" charset="0"/>
                <a:cs typeface="Arial" panose="020B0604020202020204" pitchFamily="34" charset="0"/>
              </a:rPr>
              <a:t> DATA UNDERSTANDING</a:t>
            </a:r>
          </a:p>
        </p:txBody>
      </p:sp>
      <p:sp>
        <p:nvSpPr>
          <p:cNvPr id="4096" name="Text Placeholder 4">
            <a:extLst>
              <a:ext uri="{FF2B5EF4-FFF2-40B4-BE49-F238E27FC236}">
                <a16:creationId xmlns:a16="http://schemas.microsoft.com/office/drawing/2014/main" id="{03EAC74A-226B-6D49-669C-28C272905BB7}"/>
              </a:ext>
            </a:extLst>
          </p:cNvPr>
          <p:cNvSpPr txBox="1">
            <a:spLocks/>
          </p:cNvSpPr>
          <p:nvPr/>
        </p:nvSpPr>
        <p:spPr>
          <a:xfrm>
            <a:off x="539637" y="28368017"/>
            <a:ext cx="10048874" cy="3924129"/>
          </a:xfrm>
          <a:prstGeom prst="rect">
            <a:avLst/>
          </a:prstGeom>
        </p:spPr>
        <p:txBody>
          <a:bodyPr wrap="square" lIns="228589" tIns="228589" rIns="228589" bIns="228589">
            <a:spAutoFit/>
          </a:bodyPr>
          <a:lstStyle>
            <a:lvl1pPr marL="0" indent="0" algn="l" defTabSz="4388900" rtl="0" eaLnBrk="1" latinLnBrk="0" hangingPunct="1">
              <a:spcBef>
                <a:spcPct val="20000"/>
              </a:spcBef>
              <a:buFont typeface="Arial" pitchFamily="34" charset="0"/>
              <a:buNone/>
              <a:defRPr sz="2500" kern="1200">
                <a:solidFill>
                  <a:schemeClr val="accent5">
                    <a:lumMod val="50000"/>
                  </a:schemeClr>
                </a:solidFill>
                <a:latin typeface="Times New Roman" pitchFamily="18" charset="0"/>
                <a:ea typeface="+mn-ea"/>
                <a:cs typeface="Times New Roman" pitchFamily="18" charset="0"/>
              </a:defRPr>
            </a:lvl1pPr>
            <a:lvl2pPr marL="1485825" indent="-571471"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2pPr>
            <a:lvl3pPr marL="2057297" indent="-571471"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3pPr>
            <a:lvl4pPr marL="2685916" indent="-628619"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4pPr>
            <a:lvl5pPr marL="3143093" indent="-457177"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a:lstStyle>
          <a:p>
            <a:pPr algn="just"/>
            <a:r>
              <a:rPr lang="en-US" dirty="0">
                <a:solidFill>
                  <a:schemeClr val="tx1"/>
                </a:solidFill>
              </a:rPr>
              <a:t>Modern organizations increasingly depend on networks, cloud systems, remote access, and online services to support their operations, which also increases their exposure to cyber threats capable of causing downtime, data exposure, financial loss, and reputational damage (O'Donovan, 2025). While larger organizations often have dedicated cybersecurity teams, advanced monitoring systems, and stronger financial resources, many SMEs and smaller organizations operate with limited IT infrastructure and without specialized cybersecurity personnel, making them more vulnerable to network attacks and delayed threat detection (Zamani, 2022).</a:t>
            </a:r>
          </a:p>
        </p:txBody>
      </p:sp>
      <p:sp>
        <p:nvSpPr>
          <p:cNvPr id="4108" name="Text Placeholder 5">
            <a:extLst>
              <a:ext uri="{FF2B5EF4-FFF2-40B4-BE49-F238E27FC236}">
                <a16:creationId xmlns:a16="http://schemas.microsoft.com/office/drawing/2014/main" id="{D016A331-906B-1081-14A0-79F2EA8644B6}"/>
              </a:ext>
            </a:extLst>
          </p:cNvPr>
          <p:cNvSpPr txBox="1">
            <a:spLocks/>
          </p:cNvSpPr>
          <p:nvPr/>
        </p:nvSpPr>
        <p:spPr>
          <a:xfrm>
            <a:off x="11294404" y="17669901"/>
            <a:ext cx="10048875" cy="754045"/>
          </a:xfrm>
          <a:prstGeom prst="rect">
            <a:avLst/>
          </a:prstGeom>
          <a:noFill/>
        </p:spPr>
        <p:txBody>
          <a:bodyPr lIns="91436" tIns="91436" rIns="91436" bIns="91436" anchor="ctr" anchorCtr="0">
            <a:spAutoFit/>
          </a:bodyPr>
          <a:lstStyle>
            <a:lvl1pPr marL="0" indent="0" algn="ctr" defTabSz="4388900" rtl="0" eaLnBrk="1" latinLnBrk="0" hangingPunct="1">
              <a:spcBef>
                <a:spcPct val="20000"/>
              </a:spcBef>
              <a:buFont typeface="Arial" pitchFamily="34" charset="0"/>
              <a:buNone/>
              <a:defRPr sz="3700" b="1" u="sng" kern="1200" baseline="0">
                <a:solidFill>
                  <a:schemeClr val="accent5">
                    <a:lumMod val="50000"/>
                  </a:schemeClr>
                </a:solidFill>
                <a:latin typeface="+mn-lt"/>
                <a:ea typeface="+mn-ea"/>
                <a:cs typeface="+mn-cs"/>
              </a:defRPr>
            </a:lvl1pPr>
            <a:lvl2pPr marL="3565982" indent="-1371531" algn="l" defTabSz="4388900" rtl="0" eaLnBrk="1" latinLnBrk="0" hangingPunct="1">
              <a:spcBef>
                <a:spcPct val="20000"/>
              </a:spcBef>
              <a:buFont typeface="Arial" pitchFamily="34" charset="0"/>
              <a:buChar char="–"/>
              <a:defRPr sz="13500" kern="1200">
                <a:solidFill>
                  <a:schemeClr val="tx1"/>
                </a:solidFill>
                <a:latin typeface="+mn-lt"/>
                <a:ea typeface="+mn-ea"/>
                <a:cs typeface="+mn-cs"/>
              </a:defRPr>
            </a:lvl2pPr>
            <a:lvl3pPr marL="5486126" indent="-1097226" algn="l" defTabSz="4388900" rtl="0" eaLnBrk="1" latinLnBrk="0" hangingPunct="1">
              <a:spcBef>
                <a:spcPct val="20000"/>
              </a:spcBef>
              <a:buFont typeface="Arial" pitchFamily="34" charset="0"/>
              <a:buChar char="•"/>
              <a:defRPr sz="11600" kern="1200">
                <a:solidFill>
                  <a:schemeClr val="tx1"/>
                </a:solidFill>
                <a:latin typeface="+mn-lt"/>
                <a:ea typeface="+mn-ea"/>
                <a:cs typeface="+mn-cs"/>
              </a:defRPr>
            </a:lvl3pPr>
            <a:lvl4pPr marL="76805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4pPr>
            <a:lvl5pPr marL="98750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a:lstStyle>
          <a:p>
            <a:r>
              <a:rPr lang="en-US" dirty="0">
                <a:solidFill>
                  <a:schemeClr val="tx2"/>
                </a:solidFill>
                <a:latin typeface="Arial" panose="020B0604020202020204" pitchFamily="34" charset="0"/>
                <a:cs typeface="Arial" panose="020B0604020202020204" pitchFamily="34" charset="0"/>
              </a:rPr>
              <a:t> DATA PREPARATION</a:t>
            </a:r>
          </a:p>
        </p:txBody>
      </p:sp>
      <p:sp>
        <p:nvSpPr>
          <p:cNvPr id="4109" name="Text Placeholder 4">
            <a:extLst>
              <a:ext uri="{FF2B5EF4-FFF2-40B4-BE49-F238E27FC236}">
                <a16:creationId xmlns:a16="http://schemas.microsoft.com/office/drawing/2014/main" id="{AE35C184-D179-575B-3E66-83C93DF91809}"/>
              </a:ext>
            </a:extLst>
          </p:cNvPr>
          <p:cNvSpPr txBox="1">
            <a:spLocks/>
          </p:cNvSpPr>
          <p:nvPr/>
        </p:nvSpPr>
        <p:spPr>
          <a:xfrm>
            <a:off x="11500720" y="18285473"/>
            <a:ext cx="10048874" cy="5078291"/>
          </a:xfrm>
          <a:prstGeom prst="rect">
            <a:avLst/>
          </a:prstGeom>
        </p:spPr>
        <p:txBody>
          <a:bodyPr wrap="square" lIns="228589" tIns="228589" rIns="228589" bIns="228589">
            <a:spAutoFit/>
          </a:bodyPr>
          <a:lstStyle>
            <a:lvl1pPr marL="0" indent="0" algn="l" defTabSz="4388900" rtl="0" eaLnBrk="1" latinLnBrk="0" hangingPunct="1">
              <a:spcBef>
                <a:spcPct val="20000"/>
              </a:spcBef>
              <a:buFont typeface="Arial" pitchFamily="34" charset="0"/>
              <a:buNone/>
              <a:defRPr sz="2500" kern="1200">
                <a:solidFill>
                  <a:schemeClr val="accent5">
                    <a:lumMod val="50000"/>
                  </a:schemeClr>
                </a:solidFill>
                <a:latin typeface="Times New Roman" pitchFamily="18" charset="0"/>
                <a:ea typeface="+mn-ea"/>
                <a:cs typeface="Times New Roman" pitchFamily="18" charset="0"/>
              </a:defRPr>
            </a:lvl1pPr>
            <a:lvl2pPr marL="1485825" indent="-571471"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2pPr>
            <a:lvl3pPr marL="2057297" indent="-571471"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3pPr>
            <a:lvl4pPr marL="2685916" indent="-628619"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4pPr>
            <a:lvl5pPr marL="3143093" indent="-457177"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a:lstStyle>
          <a:p>
            <a:pPr algn="just"/>
            <a:r>
              <a:rPr lang="en-US" dirty="0">
                <a:solidFill>
                  <a:schemeClr val="tx1"/>
                </a:solidFill>
              </a:rPr>
              <a:t>The Data Preparation Phase focused on transforming the CICIDS2017 dataset, the source data upon which the automated intelligent security technology will operate, from the cleaned format into a structured format that is suitable for the purposes of machine learning modelling. During this phase, multiple pre-processing techniques were applied including; defining a target, separating the features from the target, label encoding of the target variables, correlation-based feature selection (CFS), splitting the dataset into train/test datasets, scaling features and preparing the dataset to control for the multiple class types. These stages were valuable to the preparation of a reduced dataset, enhance data quality and create models that are compatible with the requirements of the proposed IDS solution while maintaining the lightweight objective.</a:t>
            </a:r>
          </a:p>
        </p:txBody>
      </p:sp>
      <p:pic>
        <p:nvPicPr>
          <p:cNvPr id="4111" name="Picture 4110">
            <a:extLst>
              <a:ext uri="{FF2B5EF4-FFF2-40B4-BE49-F238E27FC236}">
                <a16:creationId xmlns:a16="http://schemas.microsoft.com/office/drawing/2014/main" id="{CFF2CB3B-095D-01C2-0072-F9F3186914F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1491690" y="23322901"/>
            <a:ext cx="9680489" cy="6710281"/>
          </a:xfrm>
          <a:prstGeom prst="rect">
            <a:avLst/>
          </a:prstGeom>
        </p:spPr>
      </p:pic>
      <p:sp>
        <p:nvSpPr>
          <p:cNvPr id="4116" name="Text Placeholder 5">
            <a:extLst>
              <a:ext uri="{FF2B5EF4-FFF2-40B4-BE49-F238E27FC236}">
                <a16:creationId xmlns:a16="http://schemas.microsoft.com/office/drawing/2014/main" id="{C31B5985-E191-5737-D2C8-DBB16C148A9F}"/>
              </a:ext>
            </a:extLst>
          </p:cNvPr>
          <p:cNvSpPr txBox="1">
            <a:spLocks/>
          </p:cNvSpPr>
          <p:nvPr/>
        </p:nvSpPr>
        <p:spPr>
          <a:xfrm>
            <a:off x="22351409" y="13862023"/>
            <a:ext cx="10048875" cy="754045"/>
          </a:xfrm>
          <a:prstGeom prst="rect">
            <a:avLst/>
          </a:prstGeom>
          <a:noFill/>
        </p:spPr>
        <p:txBody>
          <a:bodyPr lIns="91436" tIns="91436" rIns="91436" bIns="91436" anchor="ctr" anchorCtr="0">
            <a:spAutoFit/>
          </a:bodyPr>
          <a:lstStyle>
            <a:lvl1pPr marL="0" indent="0" algn="ctr" defTabSz="4388900" rtl="0" eaLnBrk="1" latinLnBrk="0" hangingPunct="1">
              <a:spcBef>
                <a:spcPct val="20000"/>
              </a:spcBef>
              <a:buFont typeface="Arial" pitchFamily="34" charset="0"/>
              <a:buNone/>
              <a:defRPr sz="3700" b="1" u="sng" kern="1200" baseline="0">
                <a:solidFill>
                  <a:schemeClr val="accent5">
                    <a:lumMod val="50000"/>
                  </a:schemeClr>
                </a:solidFill>
                <a:latin typeface="+mn-lt"/>
                <a:ea typeface="+mn-ea"/>
                <a:cs typeface="+mn-cs"/>
              </a:defRPr>
            </a:lvl1pPr>
            <a:lvl2pPr marL="3565982" indent="-1371531" algn="l" defTabSz="4388900" rtl="0" eaLnBrk="1" latinLnBrk="0" hangingPunct="1">
              <a:spcBef>
                <a:spcPct val="20000"/>
              </a:spcBef>
              <a:buFont typeface="Arial" pitchFamily="34" charset="0"/>
              <a:buChar char="–"/>
              <a:defRPr sz="13500" kern="1200">
                <a:solidFill>
                  <a:schemeClr val="tx1"/>
                </a:solidFill>
                <a:latin typeface="+mn-lt"/>
                <a:ea typeface="+mn-ea"/>
                <a:cs typeface="+mn-cs"/>
              </a:defRPr>
            </a:lvl2pPr>
            <a:lvl3pPr marL="5486126" indent="-1097226" algn="l" defTabSz="4388900" rtl="0" eaLnBrk="1" latinLnBrk="0" hangingPunct="1">
              <a:spcBef>
                <a:spcPct val="20000"/>
              </a:spcBef>
              <a:buFont typeface="Arial" pitchFamily="34" charset="0"/>
              <a:buChar char="•"/>
              <a:defRPr sz="11600" kern="1200">
                <a:solidFill>
                  <a:schemeClr val="tx1"/>
                </a:solidFill>
                <a:latin typeface="+mn-lt"/>
                <a:ea typeface="+mn-ea"/>
                <a:cs typeface="+mn-cs"/>
              </a:defRPr>
            </a:lvl3pPr>
            <a:lvl4pPr marL="76805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4pPr>
            <a:lvl5pPr marL="98750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a:lstStyle>
          <a:p>
            <a:r>
              <a:rPr lang="en-US" dirty="0">
                <a:solidFill>
                  <a:schemeClr val="tx2"/>
                </a:solidFill>
                <a:latin typeface="Arial" panose="020B0604020202020204" pitchFamily="34" charset="0"/>
                <a:cs typeface="Arial" panose="020B0604020202020204" pitchFamily="34" charset="0"/>
              </a:rPr>
              <a:t>EVALUATION</a:t>
            </a:r>
          </a:p>
        </p:txBody>
      </p:sp>
      <p:sp>
        <p:nvSpPr>
          <p:cNvPr id="4117" name="Text Placeholder 8">
            <a:extLst>
              <a:ext uri="{FF2B5EF4-FFF2-40B4-BE49-F238E27FC236}">
                <a16:creationId xmlns:a16="http://schemas.microsoft.com/office/drawing/2014/main" id="{BDC9C4BD-36DF-2030-36EF-646D925E6A7E}"/>
              </a:ext>
            </a:extLst>
          </p:cNvPr>
          <p:cNvSpPr txBox="1">
            <a:spLocks/>
          </p:cNvSpPr>
          <p:nvPr/>
        </p:nvSpPr>
        <p:spPr>
          <a:xfrm>
            <a:off x="33358099" y="5807125"/>
            <a:ext cx="10047018" cy="677100"/>
          </a:xfrm>
          <a:prstGeom prst="rect">
            <a:avLst/>
          </a:prstGeom>
          <a:noFill/>
        </p:spPr>
        <p:txBody>
          <a:bodyPr wrap="square" lIns="91436" tIns="91436" rIns="91436" bIns="91436" anchor="ctr" anchorCtr="0">
            <a:spAutoFit/>
          </a:bodyPr>
          <a:lstStyle>
            <a:lvl1pPr marL="0" indent="0" algn="ctr" defTabSz="4388900" rtl="0" eaLnBrk="1" latinLnBrk="0" hangingPunct="1">
              <a:spcBef>
                <a:spcPct val="20000"/>
              </a:spcBef>
              <a:buFont typeface="Arial" pitchFamily="34" charset="0"/>
              <a:buNone/>
              <a:defRPr sz="3700" b="1" u="sng" kern="1200" baseline="0">
                <a:solidFill>
                  <a:schemeClr val="accent5">
                    <a:lumMod val="50000"/>
                  </a:schemeClr>
                </a:solidFill>
                <a:latin typeface="+mn-lt"/>
                <a:ea typeface="+mn-ea"/>
                <a:cs typeface="+mn-cs"/>
              </a:defRPr>
            </a:lvl1pPr>
            <a:lvl2pPr marL="3565982" indent="-1371531" algn="l" defTabSz="4388900" rtl="0" eaLnBrk="1" latinLnBrk="0" hangingPunct="1">
              <a:spcBef>
                <a:spcPct val="20000"/>
              </a:spcBef>
              <a:buFont typeface="Arial" pitchFamily="34" charset="0"/>
              <a:buChar char="–"/>
              <a:defRPr sz="13500" kern="1200">
                <a:solidFill>
                  <a:schemeClr val="tx1"/>
                </a:solidFill>
                <a:latin typeface="+mn-lt"/>
                <a:ea typeface="+mn-ea"/>
                <a:cs typeface="+mn-cs"/>
              </a:defRPr>
            </a:lvl2pPr>
            <a:lvl3pPr marL="5486126" indent="-1097226" algn="l" defTabSz="4388900" rtl="0" eaLnBrk="1" latinLnBrk="0" hangingPunct="1">
              <a:spcBef>
                <a:spcPct val="20000"/>
              </a:spcBef>
              <a:buFont typeface="Arial" pitchFamily="34" charset="0"/>
              <a:buChar char="•"/>
              <a:defRPr sz="11600" kern="1200">
                <a:solidFill>
                  <a:schemeClr val="tx1"/>
                </a:solidFill>
                <a:latin typeface="+mn-lt"/>
                <a:ea typeface="+mn-ea"/>
                <a:cs typeface="+mn-cs"/>
              </a:defRPr>
            </a:lvl3pPr>
            <a:lvl4pPr marL="76805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4pPr>
            <a:lvl5pPr marL="98750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a:lstStyle>
          <a:p>
            <a:r>
              <a:rPr lang="en-US" sz="3200" dirty="0">
                <a:solidFill>
                  <a:schemeClr val="tx2"/>
                </a:solidFill>
                <a:latin typeface="Arial" panose="020B0604020202020204" pitchFamily="34" charset="0"/>
                <a:cs typeface="Arial" panose="020B0604020202020204" pitchFamily="34" charset="0"/>
              </a:rPr>
              <a:t>DEPLOYMENT</a:t>
            </a:r>
          </a:p>
        </p:txBody>
      </p:sp>
      <p:pic>
        <p:nvPicPr>
          <p:cNvPr id="4119" name="Picture 4118">
            <a:extLst>
              <a:ext uri="{FF2B5EF4-FFF2-40B4-BE49-F238E27FC236}">
                <a16:creationId xmlns:a16="http://schemas.microsoft.com/office/drawing/2014/main" id="{FD2A59F4-C1E0-C700-274B-9209CEFCD814}"/>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534829" y="2232751"/>
            <a:ext cx="6406905" cy="2213942"/>
          </a:xfrm>
          <a:prstGeom prst="rect">
            <a:avLst/>
          </a:prstGeom>
        </p:spPr>
      </p:pic>
      <p:sp>
        <p:nvSpPr>
          <p:cNvPr id="5" name="Text Placeholder 4">
            <a:extLst>
              <a:ext uri="{FF2B5EF4-FFF2-40B4-BE49-F238E27FC236}">
                <a16:creationId xmlns:a16="http://schemas.microsoft.com/office/drawing/2014/main" id="{DC026B65-4586-C30B-A59A-7943EB102EF1}"/>
              </a:ext>
            </a:extLst>
          </p:cNvPr>
          <p:cNvSpPr txBox="1">
            <a:spLocks/>
          </p:cNvSpPr>
          <p:nvPr/>
        </p:nvSpPr>
        <p:spPr>
          <a:xfrm>
            <a:off x="22451604" y="6383075"/>
            <a:ext cx="10048874" cy="7478948"/>
          </a:xfrm>
          <a:prstGeom prst="rect">
            <a:avLst/>
          </a:prstGeom>
        </p:spPr>
        <p:txBody>
          <a:bodyPr wrap="square" lIns="228589" tIns="228589" rIns="228589" bIns="228589">
            <a:spAutoFit/>
          </a:bodyPr>
          <a:lstStyle>
            <a:lvl1pPr marL="0" indent="0" algn="l" defTabSz="4388900" rtl="0" eaLnBrk="1" latinLnBrk="0" hangingPunct="1">
              <a:spcBef>
                <a:spcPct val="20000"/>
              </a:spcBef>
              <a:buFont typeface="Arial" pitchFamily="34" charset="0"/>
              <a:buNone/>
              <a:defRPr sz="2500" kern="1200">
                <a:solidFill>
                  <a:schemeClr val="accent5">
                    <a:lumMod val="50000"/>
                  </a:schemeClr>
                </a:solidFill>
                <a:latin typeface="Times New Roman" pitchFamily="18" charset="0"/>
                <a:ea typeface="+mn-ea"/>
                <a:cs typeface="Times New Roman" pitchFamily="18" charset="0"/>
              </a:defRPr>
            </a:lvl1pPr>
            <a:lvl2pPr marL="1485825" indent="-571471"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2pPr>
            <a:lvl3pPr marL="2057297" indent="-571471"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3pPr>
            <a:lvl4pPr marL="2685916" indent="-628619"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4pPr>
            <a:lvl5pPr marL="3143093" indent="-457177"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a:lstStyle>
          <a:p>
            <a:pPr algn="just"/>
            <a:r>
              <a:rPr lang="en-US" dirty="0">
                <a:solidFill>
                  <a:schemeClr val="tx1"/>
                </a:solidFill>
              </a:rPr>
              <a:t>Three machine learning models were tested to classify network traffic: </a:t>
            </a:r>
            <a:r>
              <a:rPr lang="en-US" b="1" dirty="0">
                <a:solidFill>
                  <a:schemeClr val="tx1"/>
                </a:solidFill>
              </a:rPr>
              <a:t>Logistic Regression</a:t>
            </a:r>
            <a:r>
              <a:rPr lang="en-US" dirty="0">
                <a:solidFill>
                  <a:schemeClr val="tx1"/>
                </a:solidFill>
              </a:rPr>
              <a:t>, </a:t>
            </a:r>
            <a:r>
              <a:rPr lang="en-US" b="1" dirty="0">
                <a:solidFill>
                  <a:schemeClr val="tx1"/>
                </a:solidFill>
              </a:rPr>
              <a:t>Random Forest </a:t>
            </a:r>
            <a:r>
              <a:rPr lang="en-US" dirty="0">
                <a:solidFill>
                  <a:schemeClr val="tx1"/>
                </a:solidFill>
              </a:rPr>
              <a:t>and </a:t>
            </a:r>
            <a:r>
              <a:rPr lang="en-US" b="1" dirty="0">
                <a:solidFill>
                  <a:schemeClr val="tx1"/>
                </a:solidFill>
              </a:rPr>
              <a:t>Decision Tree</a:t>
            </a:r>
            <a:r>
              <a:rPr lang="en-US" dirty="0">
                <a:solidFill>
                  <a:schemeClr val="tx1"/>
                </a:solidFill>
              </a:rPr>
              <a:t>.</a:t>
            </a:r>
          </a:p>
          <a:p>
            <a:pPr algn="just"/>
            <a:r>
              <a:rPr lang="en-US" dirty="0">
                <a:solidFill>
                  <a:schemeClr val="tx1"/>
                </a:solidFill>
              </a:rPr>
              <a:t>The models were tested using three dataset strategies: </a:t>
            </a:r>
          </a:p>
          <a:p>
            <a:pPr algn="just"/>
            <a:r>
              <a:rPr lang="en-US" b="1" dirty="0">
                <a:solidFill>
                  <a:schemeClr val="tx1"/>
                </a:solidFill>
              </a:rPr>
              <a:t>Full Dataset: </a:t>
            </a:r>
            <a:r>
              <a:rPr lang="en-US" dirty="0">
                <a:solidFill>
                  <a:schemeClr val="tx1"/>
                </a:solidFill>
              </a:rPr>
              <a:t>Kept all 15 traffic classes.</a:t>
            </a:r>
          </a:p>
          <a:p>
            <a:pPr algn="just"/>
            <a:r>
              <a:rPr lang="en-US" b="1" dirty="0">
                <a:solidFill>
                  <a:schemeClr val="tx1"/>
                </a:solidFill>
              </a:rPr>
              <a:t>Capped Dataset: </a:t>
            </a:r>
            <a:r>
              <a:rPr lang="en-US" dirty="0">
                <a:solidFill>
                  <a:schemeClr val="tx1"/>
                </a:solidFill>
              </a:rPr>
              <a:t>Limited large classes to 10,000 records.</a:t>
            </a:r>
          </a:p>
          <a:p>
            <a:pPr algn="just"/>
            <a:r>
              <a:rPr lang="en-US" b="1" dirty="0">
                <a:solidFill>
                  <a:schemeClr val="tx1"/>
                </a:solidFill>
              </a:rPr>
              <a:t>Controlled Dataset: </a:t>
            </a:r>
            <a:r>
              <a:rPr lang="en-US" dirty="0">
                <a:solidFill>
                  <a:schemeClr val="tx1"/>
                </a:solidFill>
              </a:rPr>
              <a:t>Removed classes with fewer than 1,000 records.</a:t>
            </a:r>
          </a:p>
          <a:p>
            <a:pPr algn="just"/>
            <a:r>
              <a:rPr lang="en-US" dirty="0">
                <a:solidFill>
                  <a:schemeClr val="tx1"/>
                </a:solidFill>
              </a:rPr>
              <a:t>Baseline and balanced versions were tested using </a:t>
            </a:r>
            <a:r>
              <a:rPr lang="en-US" sz="2400" i="1" dirty="0" err="1">
                <a:solidFill>
                  <a:schemeClr val="tx1"/>
                </a:solidFill>
              </a:rPr>
              <a:t>class_weight</a:t>
            </a:r>
            <a:r>
              <a:rPr lang="en-US" sz="2400" i="1" dirty="0">
                <a:solidFill>
                  <a:schemeClr val="tx1"/>
                </a:solidFill>
              </a:rPr>
              <a:t>=“balanced”</a:t>
            </a:r>
            <a:r>
              <a:rPr lang="en-US" sz="2400" dirty="0">
                <a:solidFill>
                  <a:schemeClr val="tx1"/>
                </a:solidFill>
              </a:rPr>
              <a:t> </a:t>
            </a:r>
            <a:r>
              <a:rPr lang="en-US" dirty="0">
                <a:solidFill>
                  <a:schemeClr val="tx1"/>
                </a:solidFill>
              </a:rPr>
              <a:t>to improve minority-class detection.</a:t>
            </a:r>
          </a:p>
          <a:p>
            <a:pPr algn="just"/>
            <a:r>
              <a:rPr lang="en-US" dirty="0">
                <a:solidFill>
                  <a:schemeClr val="tx1"/>
                </a:solidFill>
              </a:rPr>
              <a:t>Decision Tree and Random Forest were trained on the raw datasets, while Logistic Regression used scaled data because it is sensitive to feature magnitude (Nugroho et al., 2018).</a:t>
            </a:r>
          </a:p>
          <a:p>
            <a:pPr algn="just"/>
            <a:r>
              <a:rPr lang="en-US" dirty="0">
                <a:solidFill>
                  <a:schemeClr val="tx1"/>
                </a:solidFill>
              </a:rPr>
              <a:t>After the first results, two tuned Decision Tree versions were also tested. The final tuned version used:</a:t>
            </a:r>
          </a:p>
          <a:p>
            <a:pPr algn="ctr"/>
            <a:r>
              <a:rPr lang="en-US" sz="2000" i="1" dirty="0">
                <a:solidFill>
                  <a:schemeClr val="tx1"/>
                </a:solidFill>
              </a:rPr>
              <a:t>criterion = “</a:t>
            </a:r>
            <a:r>
              <a:rPr lang="en-US" sz="2000" i="1" dirty="0" err="1">
                <a:solidFill>
                  <a:schemeClr val="tx1"/>
                </a:solidFill>
              </a:rPr>
              <a:t>log_loss</a:t>
            </a:r>
            <a:r>
              <a:rPr lang="en-US" sz="2000" i="1" dirty="0">
                <a:solidFill>
                  <a:schemeClr val="tx1"/>
                </a:solidFill>
              </a:rPr>
              <a:t>”</a:t>
            </a:r>
          </a:p>
          <a:p>
            <a:pPr algn="ctr"/>
            <a:r>
              <a:rPr lang="en-US" sz="2000" i="1" dirty="0" err="1">
                <a:solidFill>
                  <a:schemeClr val="tx1"/>
                </a:solidFill>
              </a:rPr>
              <a:t>class_weight</a:t>
            </a:r>
            <a:r>
              <a:rPr lang="en-US" sz="2000" i="1" dirty="0">
                <a:solidFill>
                  <a:schemeClr val="tx1"/>
                </a:solidFill>
              </a:rPr>
              <a:t> = “balanced”</a:t>
            </a:r>
          </a:p>
          <a:p>
            <a:pPr algn="ctr"/>
            <a:r>
              <a:rPr lang="en-US" sz="2000" i="1" dirty="0" err="1">
                <a:solidFill>
                  <a:schemeClr val="tx1"/>
                </a:solidFill>
              </a:rPr>
              <a:t>min_samples_split</a:t>
            </a:r>
            <a:r>
              <a:rPr lang="en-US" sz="2000" i="1" dirty="0">
                <a:solidFill>
                  <a:schemeClr val="tx1"/>
                </a:solidFill>
              </a:rPr>
              <a:t> = 3</a:t>
            </a:r>
          </a:p>
          <a:p>
            <a:pPr algn="ctr"/>
            <a:r>
              <a:rPr lang="en-US" sz="2000" i="1" dirty="0" err="1">
                <a:solidFill>
                  <a:schemeClr val="tx1"/>
                </a:solidFill>
              </a:rPr>
              <a:t>random_state</a:t>
            </a:r>
            <a:r>
              <a:rPr lang="en-US" sz="2000" i="1" dirty="0">
                <a:solidFill>
                  <a:schemeClr val="tx1"/>
                </a:solidFill>
              </a:rPr>
              <a:t> = 42</a:t>
            </a:r>
          </a:p>
        </p:txBody>
      </p:sp>
      <p:sp>
        <p:nvSpPr>
          <p:cNvPr id="8" name="Text Placeholder 4">
            <a:extLst>
              <a:ext uri="{FF2B5EF4-FFF2-40B4-BE49-F238E27FC236}">
                <a16:creationId xmlns:a16="http://schemas.microsoft.com/office/drawing/2014/main" id="{9983B177-5CEB-A5A3-9EBD-A40E726C2D0D}"/>
              </a:ext>
            </a:extLst>
          </p:cNvPr>
          <p:cNvSpPr txBox="1">
            <a:spLocks/>
          </p:cNvSpPr>
          <p:nvPr/>
        </p:nvSpPr>
        <p:spPr>
          <a:xfrm>
            <a:off x="22421124" y="14468658"/>
            <a:ext cx="10048874" cy="7463559"/>
          </a:xfrm>
          <a:prstGeom prst="rect">
            <a:avLst/>
          </a:prstGeom>
        </p:spPr>
        <p:txBody>
          <a:bodyPr wrap="square" lIns="228589" tIns="228589" rIns="228589" bIns="228589">
            <a:spAutoFit/>
          </a:bodyPr>
          <a:lstStyle>
            <a:lvl1pPr marL="0" indent="0" algn="l" defTabSz="4388900" rtl="0" eaLnBrk="1" latinLnBrk="0" hangingPunct="1">
              <a:spcBef>
                <a:spcPct val="20000"/>
              </a:spcBef>
              <a:buFont typeface="Arial" pitchFamily="34" charset="0"/>
              <a:buNone/>
              <a:defRPr sz="2500" kern="1200">
                <a:solidFill>
                  <a:schemeClr val="accent5">
                    <a:lumMod val="50000"/>
                  </a:schemeClr>
                </a:solidFill>
                <a:latin typeface="Times New Roman" pitchFamily="18" charset="0"/>
                <a:ea typeface="+mn-ea"/>
                <a:cs typeface="Times New Roman" pitchFamily="18" charset="0"/>
              </a:defRPr>
            </a:lvl1pPr>
            <a:lvl2pPr marL="1485825" indent="-571471"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2pPr>
            <a:lvl3pPr marL="2057297" indent="-571471"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3pPr>
            <a:lvl4pPr marL="2685916" indent="-628619"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4pPr>
            <a:lvl5pPr marL="3143093" indent="-457177"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a:lstStyle>
          <a:p>
            <a:pPr algn="just"/>
            <a:r>
              <a:rPr lang="en-US" dirty="0">
                <a:solidFill>
                  <a:schemeClr val="tx1"/>
                </a:solidFill>
              </a:rPr>
              <a:t>Models were evaluated using accuracy, precision, recall, macro F1-score, weighted F1-score, confusion matrix and training time (Müller and Guido, 2017).</a:t>
            </a:r>
          </a:p>
          <a:p>
            <a:pPr algn="just"/>
            <a:r>
              <a:rPr lang="en-US" dirty="0">
                <a:solidFill>
                  <a:schemeClr val="tx1"/>
                </a:solidFill>
              </a:rPr>
              <a:t>Accuracy alone was not enough because the dataset was highly imbalanced. Macro F1-score was important because it gives equal weight to each class, including rare attacks.</a:t>
            </a:r>
          </a:p>
          <a:p>
            <a:pPr algn="just"/>
            <a:r>
              <a:rPr lang="en-US" dirty="0">
                <a:solidFill>
                  <a:schemeClr val="tx1"/>
                </a:solidFill>
              </a:rPr>
              <a:t>Logistic Regression was the weakest model. It struggled with minority attack classes and had higher training time.</a:t>
            </a:r>
          </a:p>
          <a:p>
            <a:pPr algn="just"/>
            <a:r>
              <a:rPr lang="en-US" dirty="0">
                <a:solidFill>
                  <a:schemeClr val="tx1"/>
                </a:solidFill>
              </a:rPr>
              <a:t>Random Forest achieved strong results, but it was heavier and less suitable for the lightweight objective.</a:t>
            </a:r>
          </a:p>
          <a:p>
            <a:pPr algn="just"/>
            <a:r>
              <a:rPr lang="en-US" dirty="0">
                <a:solidFill>
                  <a:schemeClr val="tx1"/>
                </a:solidFill>
              </a:rPr>
              <a:t>Decision Tree gave the best balance between classification performance, runtime efficiency, interpretability and attack coverage. </a:t>
            </a:r>
          </a:p>
          <a:p>
            <a:pPr algn="just"/>
            <a:r>
              <a:rPr lang="en-US" dirty="0">
                <a:solidFill>
                  <a:schemeClr val="tx1"/>
                </a:solidFill>
              </a:rPr>
              <a:t>The final selected model was </a:t>
            </a:r>
            <a:r>
              <a:rPr lang="en-US" b="1" dirty="0">
                <a:solidFill>
                  <a:schemeClr val="tx1"/>
                </a:solidFill>
              </a:rPr>
              <a:t>Decision Tree – Full Dataset Balanced Tuned 2.</a:t>
            </a:r>
          </a:p>
          <a:p>
            <a:pPr algn="just"/>
            <a:r>
              <a:rPr lang="en-US" dirty="0">
                <a:solidFill>
                  <a:schemeClr val="tx1"/>
                </a:solidFill>
              </a:rPr>
              <a:t>This model kept all traffic classes and performed strongly on the main classes, while still detecting some rare attacks such as Heartbleed, Infiltration and SQL Injection</a:t>
            </a:r>
            <a:r>
              <a:rPr lang="en-US" sz="2000" dirty="0">
                <a:solidFill>
                  <a:schemeClr val="tx1"/>
                </a:solidFill>
              </a:rPr>
              <a:t>.</a:t>
            </a:r>
          </a:p>
        </p:txBody>
      </p:sp>
      <p:pic>
        <p:nvPicPr>
          <p:cNvPr id="14" name="Picture 13">
            <a:extLst>
              <a:ext uri="{FF2B5EF4-FFF2-40B4-BE49-F238E27FC236}">
                <a16:creationId xmlns:a16="http://schemas.microsoft.com/office/drawing/2014/main" id="{0DA51407-45C4-3DA7-FA70-D31ABB284391}"/>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2971033" y="21908743"/>
            <a:ext cx="8891903" cy="7117465"/>
          </a:xfrm>
          <a:prstGeom prst="rect">
            <a:avLst/>
          </a:prstGeom>
        </p:spPr>
      </p:pic>
    </p:spTree>
    <p:extLst>
      <p:ext uri="{BB962C8B-B14F-4D97-AF65-F5344CB8AC3E}">
        <p14:creationId xmlns:p14="http://schemas.microsoft.com/office/powerpoint/2010/main" val="3160527046"/>
      </p:ext>
    </p:extLst>
  </p:cSld>
  <p:clrMapOvr>
    <a:masterClrMapping/>
  </p:clrMapOvr>
</p:sld>
</file>

<file path=ppt/theme/theme1.xml><?xml version="1.0" encoding="utf-8"?>
<a:theme xmlns:a="http://schemas.openxmlformats.org/drawingml/2006/main" name="36x48-Template-V2b">
  <a:themeElements>
    <a:clrScheme name="Metro">
      <a:dk1>
        <a:sysClr val="windowText" lastClr="000000"/>
      </a:dk1>
      <a:lt1>
        <a:sysClr val="window" lastClr="FFFFFF"/>
      </a:lt1>
      <a:dk2>
        <a:srgbClr val="4E5B6F"/>
      </a:dk2>
      <a:lt2>
        <a:srgbClr val="D6ECFF"/>
      </a:lt2>
      <a:accent1>
        <a:srgbClr val="7FD13B"/>
      </a:accent1>
      <a:accent2>
        <a:srgbClr val="EA157A"/>
      </a:accent2>
      <a:accent3>
        <a:srgbClr val="FEB80A"/>
      </a:accent3>
      <a:accent4>
        <a:srgbClr val="00ADDC"/>
      </a:accent4>
      <a:accent5>
        <a:srgbClr val="738AC8"/>
      </a:accent5>
      <a:accent6>
        <a:srgbClr val="1AB39F"/>
      </a:accent6>
      <a:hlink>
        <a:srgbClr val="EB8803"/>
      </a:hlink>
      <a:folHlink>
        <a:srgbClr val="5F7791"/>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1_Classic 3 Columns">
  <a:themeElements>
    <a:clrScheme name="Metro">
      <a:dk1>
        <a:sysClr val="windowText" lastClr="000000"/>
      </a:dk1>
      <a:lt1>
        <a:sysClr val="window" lastClr="FFFFFF"/>
      </a:lt1>
      <a:dk2>
        <a:srgbClr val="4E5B6F"/>
      </a:dk2>
      <a:lt2>
        <a:srgbClr val="D6ECFF"/>
      </a:lt2>
      <a:accent1>
        <a:srgbClr val="7FD13B"/>
      </a:accent1>
      <a:accent2>
        <a:srgbClr val="EA157A"/>
      </a:accent2>
      <a:accent3>
        <a:srgbClr val="FEB80A"/>
      </a:accent3>
      <a:accent4>
        <a:srgbClr val="00ADDC"/>
      </a:accent4>
      <a:accent5>
        <a:srgbClr val="738AC8"/>
      </a:accent5>
      <a:accent6>
        <a:srgbClr val="1AB39F"/>
      </a:accent6>
      <a:hlink>
        <a:srgbClr val="EB8803"/>
      </a:hlink>
      <a:folHlink>
        <a:srgbClr val="5F7791"/>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Classic - Wide Center">
  <a:themeElements>
    <a:clrScheme name="Metro">
      <a:dk1>
        <a:sysClr val="windowText" lastClr="000000"/>
      </a:dk1>
      <a:lt1>
        <a:sysClr val="window" lastClr="FFFFFF"/>
      </a:lt1>
      <a:dk2>
        <a:srgbClr val="4E5B6F"/>
      </a:dk2>
      <a:lt2>
        <a:srgbClr val="D6ECFF"/>
      </a:lt2>
      <a:accent1>
        <a:srgbClr val="7FD13B"/>
      </a:accent1>
      <a:accent2>
        <a:srgbClr val="EA157A"/>
      </a:accent2>
      <a:accent3>
        <a:srgbClr val="FEB80A"/>
      </a:accent3>
      <a:accent4>
        <a:srgbClr val="00ADDC"/>
      </a:accent4>
      <a:accent5>
        <a:srgbClr val="738AC8"/>
      </a:accent5>
      <a:accent6>
        <a:srgbClr val="1AB39F"/>
      </a:accent6>
      <a:hlink>
        <a:srgbClr val="EB8803"/>
      </a:hlink>
      <a:folHlink>
        <a:srgbClr val="5F7791"/>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36x48-Template-V2b</Template>
  <TotalTime>3635</TotalTime>
  <Words>1475</Words>
  <Application>Microsoft Macintosh PowerPoint</Application>
  <PresentationFormat>Custom</PresentationFormat>
  <Paragraphs>65</Paragraphs>
  <Slides>1</Slides>
  <Notes>1</Notes>
  <HiddenSlides>0</HiddenSlides>
  <MMClips>0</MMClips>
  <ScaleCrop>false</ScaleCrop>
  <HeadingPairs>
    <vt:vector size="8" baseType="variant">
      <vt:variant>
        <vt:lpstr>Fonts Used</vt:lpstr>
      </vt:variant>
      <vt:variant>
        <vt:i4>4</vt:i4>
      </vt:variant>
      <vt:variant>
        <vt:lpstr>Theme</vt:lpstr>
      </vt:variant>
      <vt:variant>
        <vt:i4>3</vt:i4>
      </vt:variant>
      <vt:variant>
        <vt:lpstr>Embedded OLE Servers</vt:lpstr>
      </vt:variant>
      <vt:variant>
        <vt:i4>1</vt:i4>
      </vt:variant>
      <vt:variant>
        <vt:lpstr>Slide Titles</vt:lpstr>
      </vt:variant>
      <vt:variant>
        <vt:i4>1</vt:i4>
      </vt:variant>
    </vt:vector>
  </HeadingPairs>
  <TitlesOfParts>
    <vt:vector size="9" baseType="lpstr">
      <vt:lpstr>Arial</vt:lpstr>
      <vt:lpstr>Calibri</vt:lpstr>
      <vt:lpstr>Times New Roman</vt:lpstr>
      <vt:lpstr>Trebuchet MS</vt:lpstr>
      <vt:lpstr>36x48-Template-V2b</vt:lpstr>
      <vt:lpstr>1_Classic 3 Columns</vt:lpstr>
      <vt:lpstr>Classic - Wide Center</vt:lpstr>
      <vt:lpstr>Image</vt:lpstr>
      <vt:lpstr>PowerPoint Presentation</vt:lpstr>
    </vt:vector>
  </TitlesOfParts>
  <Company>Hewlett-Packard Company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CanterburyMedia</dc:creator>
  <dc:description>This template is the property of PosterPresentations.com. Call us if you need help with this poster template._x000d_
1-866-649-3004           _x000d_
 (c)PosterPresentations.com</dc:description>
  <cp:lastModifiedBy>Thiago Gonçalves</cp:lastModifiedBy>
  <cp:revision>135</cp:revision>
  <dcterms:created xsi:type="dcterms:W3CDTF">2012-02-03T19:11:35Z</dcterms:created>
  <dcterms:modified xsi:type="dcterms:W3CDTF">2026-05-27T20:49:48Z</dcterms:modified>
</cp:coreProperties>
</file>